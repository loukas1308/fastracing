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72" r:id="rId4"/>
    <p:sldId id="269" r:id="rId5"/>
    <p:sldId id="262" r:id="rId6"/>
    <p:sldId id="291" r:id="rId7"/>
    <p:sldId id="268" r:id="rId8"/>
    <p:sldId id="266" r:id="rId9"/>
    <p:sldId id="275" r:id="rId10"/>
    <p:sldId id="261" r:id="rId11"/>
    <p:sldId id="263" r:id="rId12"/>
    <p:sldId id="279" r:id="rId13"/>
    <p:sldId id="265" r:id="rId14"/>
    <p:sldId id="276" r:id="rId15"/>
    <p:sldId id="282" r:id="rId16"/>
    <p:sldId id="285" r:id="rId17"/>
    <p:sldId id="270" r:id="rId18"/>
    <p:sldId id="284" r:id="rId19"/>
    <p:sldId id="281" r:id="rId20"/>
    <p:sldId id="286" r:id="rId21"/>
    <p:sldId id="278" r:id="rId22"/>
    <p:sldId id="277" r:id="rId23"/>
    <p:sldId id="280" r:id="rId24"/>
    <p:sldId id="287" r:id="rId25"/>
    <p:sldId id="288" r:id="rId26"/>
    <p:sldId id="294" r:id="rId27"/>
    <p:sldId id="289" r:id="rId28"/>
    <p:sldId id="295" r:id="rId29"/>
    <p:sldId id="300" r:id="rId30"/>
    <p:sldId id="301" r:id="rId31"/>
    <p:sldId id="296" r:id="rId32"/>
    <p:sldId id="290" r:id="rId33"/>
    <p:sldId id="297" r:id="rId34"/>
    <p:sldId id="299" r:id="rId35"/>
    <p:sldId id="298" r:id="rId36"/>
    <p:sldId id="293" r:id="rId3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C076AD-11E0-4A43-BE1A-671BA49B1D2D}" v="138" dt="2025-08-12T09:13:50.5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p:scale>
          <a:sx n="60" d="100"/>
          <a:sy n="60" d="100"/>
        </p:scale>
        <p:origin x="784"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FEBVRE Raphaël" userId="46535da4-4c97-4804-a5ec-0c5f78942f8b" providerId="ADAL" clId="{9DC076AD-11E0-4A43-BE1A-671BA49B1D2D}"/>
    <pc:docChg chg="undo redo custSel addSld delSld modSld sldOrd">
      <pc:chgData name="LEFEBVRE Raphaël" userId="46535da4-4c97-4804-a5ec-0c5f78942f8b" providerId="ADAL" clId="{9DC076AD-11E0-4A43-BE1A-671BA49B1D2D}" dt="2025-08-12T09:22:11.992" v="23650" actId="20577"/>
      <pc:docMkLst>
        <pc:docMk/>
      </pc:docMkLst>
      <pc:sldChg chg="modSp new mod">
        <pc:chgData name="LEFEBVRE Raphaël" userId="46535da4-4c97-4804-a5ec-0c5f78942f8b" providerId="ADAL" clId="{9DC076AD-11E0-4A43-BE1A-671BA49B1D2D}" dt="2025-07-02T15:15:46.455" v="3481" actId="20577"/>
        <pc:sldMkLst>
          <pc:docMk/>
          <pc:sldMk cId="1321731029" sldId="256"/>
        </pc:sldMkLst>
      </pc:sldChg>
      <pc:sldChg chg="addSp delSp modSp new del mod modClrScheme chgLayout">
        <pc:chgData name="LEFEBVRE Raphaël" userId="46535da4-4c97-4804-a5ec-0c5f78942f8b" providerId="ADAL" clId="{9DC076AD-11E0-4A43-BE1A-671BA49B1D2D}" dt="2025-07-02T15:22:00.143" v="3646" actId="47"/>
        <pc:sldMkLst>
          <pc:docMk/>
          <pc:sldMk cId="1904618609" sldId="257"/>
        </pc:sldMkLst>
      </pc:sldChg>
      <pc:sldChg chg="addSp delSp modSp new del mod modClrScheme chgLayout">
        <pc:chgData name="LEFEBVRE Raphaël" userId="46535da4-4c97-4804-a5ec-0c5f78942f8b" providerId="ADAL" clId="{9DC076AD-11E0-4A43-BE1A-671BA49B1D2D}" dt="2025-07-02T15:28:17.654" v="3989" actId="47"/>
        <pc:sldMkLst>
          <pc:docMk/>
          <pc:sldMk cId="4188908619" sldId="258"/>
        </pc:sldMkLst>
      </pc:sldChg>
      <pc:sldChg chg="modSp new del mod ord">
        <pc:chgData name="LEFEBVRE Raphaël" userId="46535da4-4c97-4804-a5ec-0c5f78942f8b" providerId="ADAL" clId="{9DC076AD-11E0-4A43-BE1A-671BA49B1D2D}" dt="2025-07-02T14:44:34.452" v="1795" actId="47"/>
        <pc:sldMkLst>
          <pc:docMk/>
          <pc:sldMk cId="1331078886" sldId="259"/>
        </pc:sldMkLst>
      </pc:sldChg>
      <pc:sldChg chg="addSp delSp modSp new del mod">
        <pc:chgData name="LEFEBVRE Raphaël" userId="46535da4-4c97-4804-a5ec-0c5f78942f8b" providerId="ADAL" clId="{9DC076AD-11E0-4A43-BE1A-671BA49B1D2D}" dt="2025-07-02T14:47:09.195" v="1813" actId="47"/>
        <pc:sldMkLst>
          <pc:docMk/>
          <pc:sldMk cId="192809375" sldId="260"/>
        </pc:sldMkLst>
      </pc:sldChg>
      <pc:sldChg chg="addSp delSp modSp new mod modClrScheme chgLayout">
        <pc:chgData name="LEFEBVRE Raphaël" userId="46535da4-4c97-4804-a5ec-0c5f78942f8b" providerId="ADAL" clId="{9DC076AD-11E0-4A43-BE1A-671BA49B1D2D}" dt="2025-08-12T08:37:01.624" v="21814" actId="20577"/>
        <pc:sldMkLst>
          <pc:docMk/>
          <pc:sldMk cId="1645439080" sldId="261"/>
        </pc:sldMkLst>
        <pc:spChg chg="mod">
          <ac:chgData name="LEFEBVRE Raphaël" userId="46535da4-4c97-4804-a5ec-0c5f78942f8b" providerId="ADAL" clId="{9DC076AD-11E0-4A43-BE1A-671BA49B1D2D}" dt="2025-08-12T08:37:01.624" v="21814" actId="20577"/>
          <ac:spMkLst>
            <pc:docMk/>
            <pc:sldMk cId="1645439080" sldId="261"/>
            <ac:spMk id="6" creationId="{972AD491-E9AD-0682-898C-20EBDC4576FD}"/>
          </ac:spMkLst>
        </pc:spChg>
      </pc:sldChg>
      <pc:sldChg chg="addSp delSp modSp new mod modClrScheme chgLayout">
        <pc:chgData name="LEFEBVRE Raphaël" userId="46535da4-4c97-4804-a5ec-0c5f78942f8b" providerId="ADAL" clId="{9DC076AD-11E0-4A43-BE1A-671BA49B1D2D}" dt="2025-07-10T14:59:28.555" v="14375" actId="478"/>
        <pc:sldMkLst>
          <pc:docMk/>
          <pc:sldMk cId="3922266686" sldId="262"/>
        </pc:sldMkLst>
      </pc:sldChg>
      <pc:sldChg chg="new del">
        <pc:chgData name="LEFEBVRE Raphaël" userId="46535da4-4c97-4804-a5ec-0c5f78942f8b" providerId="ADAL" clId="{9DC076AD-11E0-4A43-BE1A-671BA49B1D2D}" dt="2025-07-02T14:40:06.955" v="1578" actId="680"/>
        <pc:sldMkLst>
          <pc:docMk/>
          <pc:sldMk cId="4258834496" sldId="262"/>
        </pc:sldMkLst>
      </pc:sldChg>
      <pc:sldChg chg="addSp modSp add mod modClrScheme chgLayout">
        <pc:chgData name="LEFEBVRE Raphaël" userId="46535da4-4c97-4804-a5ec-0c5f78942f8b" providerId="ADAL" clId="{9DC076AD-11E0-4A43-BE1A-671BA49B1D2D}" dt="2025-07-07T18:48:18.773" v="13940" actId="20577"/>
        <pc:sldMkLst>
          <pc:docMk/>
          <pc:sldMk cId="1135458241" sldId="263"/>
        </pc:sldMkLst>
      </pc:sldChg>
      <pc:sldChg chg="addSp delSp modSp add del mod ord">
        <pc:chgData name="LEFEBVRE Raphaël" userId="46535da4-4c97-4804-a5ec-0c5f78942f8b" providerId="ADAL" clId="{9DC076AD-11E0-4A43-BE1A-671BA49B1D2D}" dt="2025-07-07T09:44:44.234" v="7106" actId="47"/>
        <pc:sldMkLst>
          <pc:docMk/>
          <pc:sldMk cId="876167392" sldId="264"/>
        </pc:sldMkLst>
      </pc:sldChg>
      <pc:sldChg chg="addSp modSp add mod ord">
        <pc:chgData name="LEFEBVRE Raphaël" userId="46535da4-4c97-4804-a5ec-0c5f78942f8b" providerId="ADAL" clId="{9DC076AD-11E0-4A43-BE1A-671BA49B1D2D}" dt="2025-08-12T08:44:12.775" v="21889" actId="20577"/>
        <pc:sldMkLst>
          <pc:docMk/>
          <pc:sldMk cId="1452454471" sldId="265"/>
        </pc:sldMkLst>
        <pc:spChg chg="mod">
          <ac:chgData name="LEFEBVRE Raphaël" userId="46535da4-4c97-4804-a5ec-0c5f78942f8b" providerId="ADAL" clId="{9DC076AD-11E0-4A43-BE1A-671BA49B1D2D}" dt="2025-08-12T08:44:05.136" v="21888" actId="20577"/>
          <ac:spMkLst>
            <pc:docMk/>
            <pc:sldMk cId="1452454471" sldId="265"/>
            <ac:spMk id="6" creationId="{2AD2594D-EF0E-85D2-E12F-E0A863857B6F}"/>
          </ac:spMkLst>
        </pc:spChg>
        <pc:spChg chg="mod">
          <ac:chgData name="LEFEBVRE Raphaël" userId="46535da4-4c97-4804-a5ec-0c5f78942f8b" providerId="ADAL" clId="{9DC076AD-11E0-4A43-BE1A-671BA49B1D2D}" dt="2025-08-12T08:44:12.775" v="21889" actId="20577"/>
          <ac:spMkLst>
            <pc:docMk/>
            <pc:sldMk cId="1452454471" sldId="265"/>
            <ac:spMk id="8" creationId="{5FC4AB1F-F71D-2C5B-993B-FA62C8842C30}"/>
          </ac:spMkLst>
        </pc:spChg>
      </pc:sldChg>
      <pc:sldChg chg="addSp modSp add mod modClrScheme chgLayout">
        <pc:chgData name="LEFEBVRE Raphaël" userId="46535da4-4c97-4804-a5ec-0c5f78942f8b" providerId="ADAL" clId="{9DC076AD-11E0-4A43-BE1A-671BA49B1D2D}" dt="2025-07-07T18:48:30.574" v="13964" actId="20577"/>
        <pc:sldMkLst>
          <pc:docMk/>
          <pc:sldMk cId="774553498" sldId="266"/>
        </pc:sldMkLst>
      </pc:sldChg>
      <pc:sldChg chg="modSp add del mod">
        <pc:chgData name="LEFEBVRE Raphaël" userId="46535da4-4c97-4804-a5ec-0c5f78942f8b" providerId="ADAL" clId="{9DC076AD-11E0-4A43-BE1A-671BA49B1D2D}" dt="2025-07-02T15:06:37.941" v="3257" actId="47"/>
        <pc:sldMkLst>
          <pc:docMk/>
          <pc:sldMk cId="150278772" sldId="267"/>
        </pc:sldMkLst>
      </pc:sldChg>
      <pc:sldChg chg="addSp delSp modSp new mod modClrScheme chgLayout">
        <pc:chgData name="LEFEBVRE Raphaël" userId="46535da4-4c97-4804-a5ec-0c5f78942f8b" providerId="ADAL" clId="{9DC076AD-11E0-4A43-BE1A-671BA49B1D2D}" dt="2025-08-12T09:22:11.992" v="23650" actId="20577"/>
        <pc:sldMkLst>
          <pc:docMk/>
          <pc:sldMk cId="1684922070" sldId="268"/>
        </pc:sldMkLst>
        <pc:spChg chg="mod">
          <ac:chgData name="LEFEBVRE Raphaël" userId="46535da4-4c97-4804-a5ec-0c5f78942f8b" providerId="ADAL" clId="{9DC076AD-11E0-4A43-BE1A-671BA49B1D2D}" dt="2025-08-12T09:22:11.992" v="23650" actId="20577"/>
          <ac:spMkLst>
            <pc:docMk/>
            <pc:sldMk cId="1684922070" sldId="268"/>
            <ac:spMk id="6" creationId="{49004722-9010-3B82-D1FD-46D850B86AF4}"/>
          </ac:spMkLst>
        </pc:spChg>
      </pc:sldChg>
      <pc:sldChg chg="addSp delSp modSp new mod modClrScheme chgLayout">
        <pc:chgData name="LEFEBVRE Raphaël" userId="46535da4-4c97-4804-a5ec-0c5f78942f8b" providerId="ADAL" clId="{9DC076AD-11E0-4A43-BE1A-671BA49B1D2D}" dt="2025-07-02T15:20:24.100" v="3644" actId="20577"/>
        <pc:sldMkLst>
          <pc:docMk/>
          <pc:sldMk cId="1477353172" sldId="269"/>
        </pc:sldMkLst>
      </pc:sldChg>
      <pc:sldChg chg="addSp modSp add mod ord">
        <pc:chgData name="LEFEBVRE Raphaël" userId="46535da4-4c97-4804-a5ec-0c5f78942f8b" providerId="ADAL" clId="{9DC076AD-11E0-4A43-BE1A-671BA49B1D2D}" dt="2025-08-12T08:50:28.788" v="22045" actId="20577"/>
        <pc:sldMkLst>
          <pc:docMk/>
          <pc:sldMk cId="1772974585" sldId="270"/>
        </pc:sldMkLst>
        <pc:spChg chg="mod">
          <ac:chgData name="LEFEBVRE Raphaël" userId="46535da4-4c97-4804-a5ec-0c5f78942f8b" providerId="ADAL" clId="{9DC076AD-11E0-4A43-BE1A-671BA49B1D2D}" dt="2025-08-12T08:50:28.788" v="22045" actId="20577"/>
          <ac:spMkLst>
            <pc:docMk/>
            <pc:sldMk cId="1772974585" sldId="270"/>
            <ac:spMk id="8" creationId="{61599DA7-FCAA-E79D-C770-4F8C4BEF9D04}"/>
          </ac:spMkLst>
        </pc:spChg>
      </pc:sldChg>
      <pc:sldChg chg="modSp new del mod">
        <pc:chgData name="LEFEBVRE Raphaël" userId="46535da4-4c97-4804-a5ec-0c5f78942f8b" providerId="ADAL" clId="{9DC076AD-11E0-4A43-BE1A-671BA49B1D2D}" dt="2025-07-07T17:21:17.510" v="12038" actId="47"/>
        <pc:sldMkLst>
          <pc:docMk/>
          <pc:sldMk cId="3275314363" sldId="271"/>
        </pc:sldMkLst>
      </pc:sldChg>
      <pc:sldChg chg="modSp new mod ord">
        <pc:chgData name="LEFEBVRE Raphaël" userId="46535da4-4c97-4804-a5ec-0c5f78942f8b" providerId="ADAL" clId="{9DC076AD-11E0-4A43-BE1A-671BA49B1D2D}" dt="2025-08-12T08:56:32.842" v="22209" actId="20577"/>
        <pc:sldMkLst>
          <pc:docMk/>
          <pc:sldMk cId="1886165969" sldId="272"/>
        </pc:sldMkLst>
        <pc:spChg chg="mod">
          <ac:chgData name="LEFEBVRE Raphaël" userId="46535da4-4c97-4804-a5ec-0c5f78942f8b" providerId="ADAL" clId="{9DC076AD-11E0-4A43-BE1A-671BA49B1D2D}" dt="2025-08-12T08:56:32.842" v="22209" actId="20577"/>
          <ac:spMkLst>
            <pc:docMk/>
            <pc:sldMk cId="1886165969" sldId="272"/>
            <ac:spMk id="4" creationId="{57168341-A5D7-EDDE-B8D9-9E3DF85D45A1}"/>
          </ac:spMkLst>
        </pc:spChg>
        <pc:spChg chg="mod">
          <ac:chgData name="LEFEBVRE Raphaël" userId="46535da4-4c97-4804-a5ec-0c5f78942f8b" providerId="ADAL" clId="{9DC076AD-11E0-4A43-BE1A-671BA49B1D2D}" dt="2025-08-12T08:55:39.185" v="22086" actId="27636"/>
          <ac:spMkLst>
            <pc:docMk/>
            <pc:sldMk cId="1886165969" sldId="272"/>
            <ac:spMk id="6" creationId="{1F01C633-8932-63EC-BD2E-06BC6C63A5C1}"/>
          </ac:spMkLst>
        </pc:spChg>
      </pc:sldChg>
      <pc:sldChg chg="addSp delSp modSp new mod modClrScheme chgLayout">
        <pc:chgData name="LEFEBVRE Raphaël" userId="46535da4-4c97-4804-a5ec-0c5f78942f8b" providerId="ADAL" clId="{9DC076AD-11E0-4A43-BE1A-671BA49B1D2D}" dt="2025-07-03T10:46:29.791" v="5715" actId="20577"/>
        <pc:sldMkLst>
          <pc:docMk/>
          <pc:sldMk cId="905810858" sldId="273"/>
        </pc:sldMkLst>
      </pc:sldChg>
      <pc:sldChg chg="modSp new del mod">
        <pc:chgData name="LEFEBVRE Raphaël" userId="46535da4-4c97-4804-a5ec-0c5f78942f8b" providerId="ADAL" clId="{9DC076AD-11E0-4A43-BE1A-671BA49B1D2D}" dt="2025-07-07T09:47:21.171" v="7237" actId="47"/>
        <pc:sldMkLst>
          <pc:docMk/>
          <pc:sldMk cId="620597068" sldId="274"/>
        </pc:sldMkLst>
      </pc:sldChg>
      <pc:sldChg chg="addSp modSp add mod ord">
        <pc:chgData name="LEFEBVRE Raphaël" userId="46535da4-4c97-4804-a5ec-0c5f78942f8b" providerId="ADAL" clId="{9DC076AD-11E0-4A43-BE1A-671BA49B1D2D}" dt="2025-07-10T18:11:53.015" v="21287" actId="20577"/>
        <pc:sldMkLst>
          <pc:docMk/>
          <pc:sldMk cId="2844458321" sldId="275"/>
        </pc:sldMkLst>
      </pc:sldChg>
      <pc:sldChg chg="addSp modSp add mod ord">
        <pc:chgData name="LEFEBVRE Raphaël" userId="46535da4-4c97-4804-a5ec-0c5f78942f8b" providerId="ADAL" clId="{9DC076AD-11E0-4A43-BE1A-671BA49B1D2D}" dt="2025-08-12T08:46:21.800" v="21937" actId="20577"/>
        <pc:sldMkLst>
          <pc:docMk/>
          <pc:sldMk cId="2012112736" sldId="276"/>
        </pc:sldMkLst>
        <pc:spChg chg="mod">
          <ac:chgData name="LEFEBVRE Raphaël" userId="46535da4-4c97-4804-a5ec-0c5f78942f8b" providerId="ADAL" clId="{9DC076AD-11E0-4A43-BE1A-671BA49B1D2D}" dt="2025-08-12T08:46:21.800" v="21937" actId="20577"/>
          <ac:spMkLst>
            <pc:docMk/>
            <pc:sldMk cId="2012112736" sldId="276"/>
            <ac:spMk id="6" creationId="{DF9F41BF-3A36-7D34-A7FB-6053DC77BB67}"/>
          </ac:spMkLst>
        </pc:spChg>
      </pc:sldChg>
      <pc:sldChg chg="modSp add del mod">
        <pc:chgData name="LEFEBVRE Raphaël" userId="46535da4-4c97-4804-a5ec-0c5f78942f8b" providerId="ADAL" clId="{9DC076AD-11E0-4A43-BE1A-671BA49B1D2D}" dt="2025-07-07T09:32:53.169" v="6674" actId="47"/>
        <pc:sldMkLst>
          <pc:docMk/>
          <pc:sldMk cId="4210632142" sldId="276"/>
        </pc:sldMkLst>
      </pc:sldChg>
      <pc:sldChg chg="addSp delSp modSp add mod ord">
        <pc:chgData name="LEFEBVRE Raphaël" userId="46535da4-4c97-4804-a5ec-0c5f78942f8b" providerId="ADAL" clId="{9DC076AD-11E0-4A43-BE1A-671BA49B1D2D}" dt="2025-08-12T08:58:19.574" v="22265" actId="20577"/>
        <pc:sldMkLst>
          <pc:docMk/>
          <pc:sldMk cId="2474720153" sldId="277"/>
        </pc:sldMkLst>
        <pc:spChg chg="mod">
          <ac:chgData name="LEFEBVRE Raphaël" userId="46535da4-4c97-4804-a5ec-0c5f78942f8b" providerId="ADAL" clId="{9DC076AD-11E0-4A43-BE1A-671BA49B1D2D}" dt="2025-08-12T08:58:19.574" v="22265" actId="20577"/>
          <ac:spMkLst>
            <pc:docMk/>
            <pc:sldMk cId="2474720153" sldId="277"/>
            <ac:spMk id="8" creationId="{362C0906-C989-D2D7-E515-23191725A875}"/>
          </ac:spMkLst>
        </pc:spChg>
      </pc:sldChg>
      <pc:sldChg chg="addSp modSp add mod ord">
        <pc:chgData name="LEFEBVRE Raphaël" userId="46535da4-4c97-4804-a5ec-0c5f78942f8b" providerId="ADAL" clId="{9DC076AD-11E0-4A43-BE1A-671BA49B1D2D}" dt="2025-08-12T09:03:52.971" v="22484" actId="20577"/>
        <pc:sldMkLst>
          <pc:docMk/>
          <pc:sldMk cId="702116794" sldId="278"/>
        </pc:sldMkLst>
        <pc:spChg chg="mod">
          <ac:chgData name="LEFEBVRE Raphaël" userId="46535da4-4c97-4804-a5ec-0c5f78942f8b" providerId="ADAL" clId="{9DC076AD-11E0-4A43-BE1A-671BA49B1D2D}" dt="2025-08-12T08:54:44.389" v="22072" actId="20577"/>
          <ac:spMkLst>
            <pc:docMk/>
            <pc:sldMk cId="702116794" sldId="278"/>
            <ac:spMk id="6" creationId="{08C5989A-2138-3A48-71A1-AAD33D947176}"/>
          </ac:spMkLst>
        </pc:spChg>
        <pc:spChg chg="mod">
          <ac:chgData name="LEFEBVRE Raphaël" userId="46535da4-4c97-4804-a5ec-0c5f78942f8b" providerId="ADAL" clId="{9DC076AD-11E0-4A43-BE1A-671BA49B1D2D}" dt="2025-08-12T09:03:52.971" v="22484" actId="20577"/>
          <ac:spMkLst>
            <pc:docMk/>
            <pc:sldMk cId="702116794" sldId="278"/>
            <ac:spMk id="8" creationId="{A65C946D-8392-621E-B040-8B362BDDC41B}"/>
          </ac:spMkLst>
        </pc:spChg>
      </pc:sldChg>
      <pc:sldChg chg="addSp modSp add mod ord">
        <pc:chgData name="LEFEBVRE Raphaël" userId="46535da4-4c97-4804-a5ec-0c5f78942f8b" providerId="ADAL" clId="{9DC076AD-11E0-4A43-BE1A-671BA49B1D2D}" dt="2025-08-12T08:44:16.288" v="21890" actId="20577"/>
        <pc:sldMkLst>
          <pc:docMk/>
          <pc:sldMk cId="3979452381" sldId="279"/>
        </pc:sldMkLst>
        <pc:spChg chg="mod">
          <ac:chgData name="LEFEBVRE Raphaël" userId="46535da4-4c97-4804-a5ec-0c5f78942f8b" providerId="ADAL" clId="{9DC076AD-11E0-4A43-BE1A-671BA49B1D2D}" dt="2025-08-12T08:44:16.288" v="21890" actId="20577"/>
          <ac:spMkLst>
            <pc:docMk/>
            <pc:sldMk cId="3979452381" sldId="279"/>
            <ac:spMk id="8" creationId="{6F269DB6-079E-C571-B334-234ECA23C0A2}"/>
          </ac:spMkLst>
        </pc:spChg>
      </pc:sldChg>
      <pc:sldChg chg="addSp delSp modSp add mod ord">
        <pc:chgData name="LEFEBVRE Raphaël" userId="46535da4-4c97-4804-a5ec-0c5f78942f8b" providerId="ADAL" clId="{9DC076AD-11E0-4A43-BE1A-671BA49B1D2D}" dt="2025-08-12T08:59:36.209" v="22352" actId="20577"/>
        <pc:sldMkLst>
          <pc:docMk/>
          <pc:sldMk cId="2905925916" sldId="280"/>
        </pc:sldMkLst>
        <pc:spChg chg="mod">
          <ac:chgData name="LEFEBVRE Raphaël" userId="46535da4-4c97-4804-a5ec-0c5f78942f8b" providerId="ADAL" clId="{9DC076AD-11E0-4A43-BE1A-671BA49B1D2D}" dt="2025-08-12T08:59:36.209" v="22352" actId="20577"/>
          <ac:spMkLst>
            <pc:docMk/>
            <pc:sldMk cId="2905925916" sldId="280"/>
            <ac:spMk id="8" creationId="{44C5B8D5-5E81-3458-1FDA-A6AF40A9E306}"/>
          </ac:spMkLst>
        </pc:spChg>
      </pc:sldChg>
      <pc:sldChg chg="addSp modSp add mod">
        <pc:chgData name="LEFEBVRE Raphaël" userId="46535da4-4c97-4804-a5ec-0c5f78942f8b" providerId="ADAL" clId="{9DC076AD-11E0-4A43-BE1A-671BA49B1D2D}" dt="2025-07-07T17:58:39.863" v="12433" actId="20577"/>
        <pc:sldMkLst>
          <pc:docMk/>
          <pc:sldMk cId="870615268" sldId="281"/>
        </pc:sldMkLst>
      </pc:sldChg>
      <pc:sldChg chg="modSp add mod ord modShow">
        <pc:chgData name="LEFEBVRE Raphaël" userId="46535da4-4c97-4804-a5ec-0c5f78942f8b" providerId="ADAL" clId="{9DC076AD-11E0-4A43-BE1A-671BA49B1D2D}" dt="2025-08-12T08:48:09.038" v="21965" actId="6549"/>
        <pc:sldMkLst>
          <pc:docMk/>
          <pc:sldMk cId="787290556" sldId="282"/>
        </pc:sldMkLst>
        <pc:spChg chg="mod">
          <ac:chgData name="LEFEBVRE Raphaël" userId="46535da4-4c97-4804-a5ec-0c5f78942f8b" providerId="ADAL" clId="{9DC076AD-11E0-4A43-BE1A-671BA49B1D2D}" dt="2025-08-12T08:47:14.048" v="21938" actId="20577"/>
          <ac:spMkLst>
            <pc:docMk/>
            <pc:sldMk cId="787290556" sldId="282"/>
            <ac:spMk id="6" creationId="{25242447-AE49-43AD-6314-DDD5F945E4F6}"/>
          </ac:spMkLst>
        </pc:spChg>
        <pc:spChg chg="mod">
          <ac:chgData name="LEFEBVRE Raphaël" userId="46535da4-4c97-4804-a5ec-0c5f78942f8b" providerId="ADAL" clId="{9DC076AD-11E0-4A43-BE1A-671BA49B1D2D}" dt="2025-08-12T08:48:09.038" v="21965" actId="6549"/>
          <ac:spMkLst>
            <pc:docMk/>
            <pc:sldMk cId="787290556" sldId="282"/>
            <ac:spMk id="8" creationId="{63126630-9F74-3D4D-373B-B30D76A7B2FB}"/>
          </ac:spMkLst>
        </pc:spChg>
      </pc:sldChg>
      <pc:sldChg chg="modSp add del mod">
        <pc:chgData name="LEFEBVRE Raphaël" userId="46535da4-4c97-4804-a5ec-0c5f78942f8b" providerId="ADAL" clId="{9DC076AD-11E0-4A43-BE1A-671BA49B1D2D}" dt="2025-07-07T18:36:56.150" v="13635" actId="47"/>
        <pc:sldMkLst>
          <pc:docMk/>
          <pc:sldMk cId="206288371" sldId="283"/>
        </pc:sldMkLst>
      </pc:sldChg>
      <pc:sldChg chg="modSp add mod ord">
        <pc:chgData name="LEFEBVRE Raphaël" userId="46535da4-4c97-4804-a5ec-0c5f78942f8b" providerId="ADAL" clId="{9DC076AD-11E0-4A43-BE1A-671BA49B1D2D}" dt="2025-07-07T18:38:05.546" v="13679"/>
        <pc:sldMkLst>
          <pc:docMk/>
          <pc:sldMk cId="3192189756" sldId="284"/>
        </pc:sldMkLst>
      </pc:sldChg>
      <pc:sldChg chg="modSp add mod ord">
        <pc:chgData name="LEFEBVRE Raphaël" userId="46535da4-4c97-4804-a5ec-0c5f78942f8b" providerId="ADAL" clId="{9DC076AD-11E0-4A43-BE1A-671BA49B1D2D}" dt="2025-08-12T08:53:25.576" v="22053" actId="20577"/>
        <pc:sldMkLst>
          <pc:docMk/>
          <pc:sldMk cId="1382652025" sldId="285"/>
        </pc:sldMkLst>
        <pc:spChg chg="mod">
          <ac:chgData name="LEFEBVRE Raphaël" userId="46535da4-4c97-4804-a5ec-0c5f78942f8b" providerId="ADAL" clId="{9DC076AD-11E0-4A43-BE1A-671BA49B1D2D}" dt="2025-08-12T08:53:25.576" v="22053" actId="20577"/>
          <ac:spMkLst>
            <pc:docMk/>
            <pc:sldMk cId="1382652025" sldId="285"/>
            <ac:spMk id="4" creationId="{A228BD00-2BC6-0B81-C1A3-F560960A4945}"/>
          </ac:spMkLst>
        </pc:spChg>
      </pc:sldChg>
      <pc:sldChg chg="modSp add mod ord">
        <pc:chgData name="LEFEBVRE Raphaël" userId="46535da4-4c97-4804-a5ec-0c5f78942f8b" providerId="ADAL" clId="{9DC076AD-11E0-4A43-BE1A-671BA49B1D2D}" dt="2025-07-07T18:52:09.514" v="14018" actId="20577"/>
        <pc:sldMkLst>
          <pc:docMk/>
          <pc:sldMk cId="1032759888" sldId="286"/>
        </pc:sldMkLst>
      </pc:sldChg>
      <pc:sldChg chg="delSp modSp add mod ord">
        <pc:chgData name="LEFEBVRE Raphaël" userId="46535da4-4c97-4804-a5ec-0c5f78942f8b" providerId="ADAL" clId="{9DC076AD-11E0-4A43-BE1A-671BA49B1D2D}" dt="2025-07-10T17:55:37.285" v="20573" actId="20577"/>
        <pc:sldMkLst>
          <pc:docMk/>
          <pc:sldMk cId="4169161036" sldId="287"/>
        </pc:sldMkLst>
      </pc:sldChg>
      <pc:sldChg chg="modSp add mod">
        <pc:chgData name="LEFEBVRE Raphaël" userId="46535da4-4c97-4804-a5ec-0c5f78942f8b" providerId="ADAL" clId="{9DC076AD-11E0-4A43-BE1A-671BA49B1D2D}" dt="2025-07-10T17:59:29.108" v="20578" actId="20577"/>
        <pc:sldMkLst>
          <pc:docMk/>
          <pc:sldMk cId="1575216392" sldId="288"/>
        </pc:sldMkLst>
      </pc:sldChg>
      <pc:sldChg chg="modSp add mod">
        <pc:chgData name="LEFEBVRE Raphaël" userId="46535da4-4c97-4804-a5ec-0c5f78942f8b" providerId="ADAL" clId="{9DC076AD-11E0-4A43-BE1A-671BA49B1D2D}" dt="2025-08-12T09:06:24.251" v="22525" actId="20577"/>
        <pc:sldMkLst>
          <pc:docMk/>
          <pc:sldMk cId="1611359986" sldId="289"/>
        </pc:sldMkLst>
        <pc:spChg chg="mod">
          <ac:chgData name="LEFEBVRE Raphaël" userId="46535da4-4c97-4804-a5ec-0c5f78942f8b" providerId="ADAL" clId="{9DC076AD-11E0-4A43-BE1A-671BA49B1D2D}" dt="2025-08-12T09:06:24.251" v="22525" actId="20577"/>
          <ac:spMkLst>
            <pc:docMk/>
            <pc:sldMk cId="1611359986" sldId="289"/>
            <ac:spMk id="4" creationId="{F30187CA-BA33-782C-5EED-4329DA93B90C}"/>
          </ac:spMkLst>
        </pc:spChg>
      </pc:sldChg>
      <pc:sldChg chg="modSp add mod ord">
        <pc:chgData name="LEFEBVRE Raphaël" userId="46535da4-4c97-4804-a5ec-0c5f78942f8b" providerId="ADAL" clId="{9DC076AD-11E0-4A43-BE1A-671BA49B1D2D}" dt="2025-08-12T09:17:23.702" v="23641" actId="20577"/>
        <pc:sldMkLst>
          <pc:docMk/>
          <pc:sldMk cId="2190670826" sldId="290"/>
        </pc:sldMkLst>
        <pc:spChg chg="mod">
          <ac:chgData name="LEFEBVRE Raphaël" userId="46535da4-4c97-4804-a5ec-0c5f78942f8b" providerId="ADAL" clId="{9DC076AD-11E0-4A43-BE1A-671BA49B1D2D}" dt="2025-08-12T09:17:23.702" v="23641" actId="20577"/>
          <ac:spMkLst>
            <pc:docMk/>
            <pc:sldMk cId="2190670826" sldId="290"/>
            <ac:spMk id="4" creationId="{160AC813-1CFB-6957-F022-69E4DA3DDCD7}"/>
          </ac:spMkLst>
        </pc:spChg>
      </pc:sldChg>
      <pc:sldChg chg="modSp add mod">
        <pc:chgData name="LEFEBVRE Raphaël" userId="46535da4-4c97-4804-a5ec-0c5f78942f8b" providerId="ADAL" clId="{9DC076AD-11E0-4A43-BE1A-671BA49B1D2D}" dt="2025-08-12T09:21:56.217" v="23648" actId="20577"/>
        <pc:sldMkLst>
          <pc:docMk/>
          <pc:sldMk cId="286292683" sldId="291"/>
        </pc:sldMkLst>
        <pc:spChg chg="mod">
          <ac:chgData name="LEFEBVRE Raphaël" userId="46535da4-4c97-4804-a5ec-0c5f78942f8b" providerId="ADAL" clId="{9DC076AD-11E0-4A43-BE1A-671BA49B1D2D}" dt="2025-08-12T09:21:56.217" v="23648" actId="20577"/>
          <ac:spMkLst>
            <pc:docMk/>
            <pc:sldMk cId="286292683" sldId="291"/>
            <ac:spMk id="3" creationId="{87567FB5-2214-7CDD-A535-B497DC1D4B7C}"/>
          </ac:spMkLst>
        </pc:spChg>
      </pc:sldChg>
      <pc:sldChg chg="delSp modSp add del mod">
        <pc:chgData name="LEFEBVRE Raphaël" userId="46535da4-4c97-4804-a5ec-0c5f78942f8b" providerId="ADAL" clId="{9DC076AD-11E0-4A43-BE1A-671BA49B1D2D}" dt="2025-07-10T16:37:17.394" v="20494" actId="47"/>
        <pc:sldMkLst>
          <pc:docMk/>
          <pc:sldMk cId="847750888" sldId="292"/>
        </pc:sldMkLst>
      </pc:sldChg>
      <pc:sldChg chg="modSp add del mod">
        <pc:chgData name="LEFEBVRE Raphaël" userId="46535da4-4c97-4804-a5ec-0c5f78942f8b" providerId="ADAL" clId="{9DC076AD-11E0-4A43-BE1A-671BA49B1D2D}" dt="2025-07-07T18:55:20.203" v="14224" actId="47"/>
        <pc:sldMkLst>
          <pc:docMk/>
          <pc:sldMk cId="2685768777" sldId="292"/>
        </pc:sldMkLst>
      </pc:sldChg>
      <pc:sldChg chg="delSp modSp add mod">
        <pc:chgData name="LEFEBVRE Raphaël" userId="46535da4-4c97-4804-a5ec-0c5f78942f8b" providerId="ADAL" clId="{9DC076AD-11E0-4A43-BE1A-671BA49B1D2D}" dt="2025-07-10T15:52:50.328" v="17035" actId="478"/>
        <pc:sldMkLst>
          <pc:docMk/>
          <pc:sldMk cId="1750085262" sldId="293"/>
        </pc:sldMkLst>
      </pc:sldChg>
      <pc:sldChg chg="modSp add mod ord">
        <pc:chgData name="LEFEBVRE Raphaël" userId="46535da4-4c97-4804-a5ec-0c5f78942f8b" providerId="ADAL" clId="{9DC076AD-11E0-4A43-BE1A-671BA49B1D2D}" dt="2025-08-12T09:05:03.398" v="22521" actId="20577"/>
        <pc:sldMkLst>
          <pc:docMk/>
          <pc:sldMk cId="2473848620" sldId="294"/>
        </pc:sldMkLst>
        <pc:spChg chg="mod">
          <ac:chgData name="LEFEBVRE Raphaël" userId="46535da4-4c97-4804-a5ec-0c5f78942f8b" providerId="ADAL" clId="{9DC076AD-11E0-4A43-BE1A-671BA49B1D2D}" dt="2025-08-12T09:01:22.169" v="22376" actId="20577"/>
          <ac:spMkLst>
            <pc:docMk/>
            <pc:sldMk cId="2473848620" sldId="294"/>
            <ac:spMk id="6" creationId="{6ACBEEB6-8E5B-6195-BA3B-F2074D04B0F3}"/>
          </ac:spMkLst>
        </pc:spChg>
        <pc:spChg chg="mod">
          <ac:chgData name="LEFEBVRE Raphaël" userId="46535da4-4c97-4804-a5ec-0c5f78942f8b" providerId="ADAL" clId="{9DC076AD-11E0-4A43-BE1A-671BA49B1D2D}" dt="2025-08-12T09:05:03.398" v="22521" actId="20577"/>
          <ac:spMkLst>
            <pc:docMk/>
            <pc:sldMk cId="2473848620" sldId="294"/>
            <ac:spMk id="8" creationId="{6A505658-60AE-8E2F-4006-21C2D6CC62E5}"/>
          </ac:spMkLst>
        </pc:spChg>
      </pc:sldChg>
      <pc:sldChg chg="modSp add mod ord">
        <pc:chgData name="LEFEBVRE Raphaël" userId="46535da4-4c97-4804-a5ec-0c5f78942f8b" providerId="ADAL" clId="{9DC076AD-11E0-4A43-BE1A-671BA49B1D2D}" dt="2025-07-10T18:01:54.175" v="20693" actId="20577"/>
        <pc:sldMkLst>
          <pc:docMk/>
          <pc:sldMk cId="1928166955" sldId="295"/>
        </pc:sldMkLst>
      </pc:sldChg>
      <pc:sldChg chg="modSp add mod modShow">
        <pc:chgData name="LEFEBVRE Raphaël" userId="46535da4-4c97-4804-a5ec-0c5f78942f8b" providerId="ADAL" clId="{9DC076AD-11E0-4A43-BE1A-671BA49B1D2D}" dt="2025-07-10T18:13:56.262" v="21361" actId="20577"/>
        <pc:sldMkLst>
          <pc:docMk/>
          <pc:sldMk cId="2214925917" sldId="296"/>
        </pc:sldMkLst>
      </pc:sldChg>
      <pc:sldChg chg="modSp add mod ord">
        <pc:chgData name="LEFEBVRE Raphaël" userId="46535da4-4c97-4804-a5ec-0c5f78942f8b" providerId="ADAL" clId="{9DC076AD-11E0-4A43-BE1A-671BA49B1D2D}" dt="2025-08-12T09:11:16.263" v="23035" actId="20577"/>
        <pc:sldMkLst>
          <pc:docMk/>
          <pc:sldMk cId="268442291" sldId="297"/>
        </pc:sldMkLst>
        <pc:spChg chg="mod">
          <ac:chgData name="LEFEBVRE Raphaël" userId="46535da4-4c97-4804-a5ec-0c5f78942f8b" providerId="ADAL" clId="{9DC076AD-11E0-4A43-BE1A-671BA49B1D2D}" dt="2025-08-12T09:10:59.772" v="22990" actId="27636"/>
          <ac:spMkLst>
            <pc:docMk/>
            <pc:sldMk cId="268442291" sldId="297"/>
            <ac:spMk id="6" creationId="{ACAE6766-4646-FCE2-F781-D40DA083D786}"/>
          </ac:spMkLst>
        </pc:spChg>
        <pc:spChg chg="mod">
          <ac:chgData name="LEFEBVRE Raphaël" userId="46535da4-4c97-4804-a5ec-0c5f78942f8b" providerId="ADAL" clId="{9DC076AD-11E0-4A43-BE1A-671BA49B1D2D}" dt="2025-08-12T09:10:59.772" v="22989" actId="27636"/>
          <ac:spMkLst>
            <pc:docMk/>
            <pc:sldMk cId="268442291" sldId="297"/>
            <ac:spMk id="8" creationId="{2D9761E8-3C33-49BA-425F-985A4014F3FB}"/>
          </ac:spMkLst>
        </pc:spChg>
        <pc:spChg chg="mod">
          <ac:chgData name="LEFEBVRE Raphaël" userId="46535da4-4c97-4804-a5ec-0c5f78942f8b" providerId="ADAL" clId="{9DC076AD-11E0-4A43-BE1A-671BA49B1D2D}" dt="2025-08-12T09:10:09.653" v="22867" actId="20577"/>
          <ac:spMkLst>
            <pc:docMk/>
            <pc:sldMk cId="268442291" sldId="297"/>
            <ac:spMk id="9" creationId="{AFBFFBE1-C43A-E277-B40D-994FE9088AE1}"/>
          </ac:spMkLst>
        </pc:spChg>
        <pc:spChg chg="mod">
          <ac:chgData name="LEFEBVRE Raphaël" userId="46535da4-4c97-4804-a5ec-0c5f78942f8b" providerId="ADAL" clId="{9DC076AD-11E0-4A43-BE1A-671BA49B1D2D}" dt="2025-08-12T09:11:16.263" v="23035" actId="20577"/>
          <ac:spMkLst>
            <pc:docMk/>
            <pc:sldMk cId="268442291" sldId="297"/>
            <ac:spMk id="10" creationId="{DC0C2788-F5F7-A415-6894-C41C51BD027A}"/>
          </ac:spMkLst>
        </pc:spChg>
      </pc:sldChg>
      <pc:sldChg chg="modSp add mod ord">
        <pc:chgData name="LEFEBVRE Raphaël" userId="46535da4-4c97-4804-a5ec-0c5f78942f8b" providerId="ADAL" clId="{9DC076AD-11E0-4A43-BE1A-671BA49B1D2D}" dt="2025-08-12T09:17:16.303" v="23639" actId="20577"/>
        <pc:sldMkLst>
          <pc:docMk/>
          <pc:sldMk cId="603160750" sldId="298"/>
        </pc:sldMkLst>
        <pc:spChg chg="mod">
          <ac:chgData name="LEFEBVRE Raphaël" userId="46535da4-4c97-4804-a5ec-0c5f78942f8b" providerId="ADAL" clId="{9DC076AD-11E0-4A43-BE1A-671BA49B1D2D}" dt="2025-08-12T09:15:35.086" v="23621" actId="20577"/>
          <ac:spMkLst>
            <pc:docMk/>
            <pc:sldMk cId="603160750" sldId="298"/>
            <ac:spMk id="6" creationId="{E6A591E1-B21A-026E-2691-5252418599CD}"/>
          </ac:spMkLst>
        </pc:spChg>
        <pc:spChg chg="mod">
          <ac:chgData name="LEFEBVRE Raphaël" userId="46535da4-4c97-4804-a5ec-0c5f78942f8b" providerId="ADAL" clId="{9DC076AD-11E0-4A43-BE1A-671BA49B1D2D}" dt="2025-08-12T09:15:28.690" v="23611" actId="27636"/>
          <ac:spMkLst>
            <pc:docMk/>
            <pc:sldMk cId="603160750" sldId="298"/>
            <ac:spMk id="8" creationId="{9BB4154F-2F88-1ED6-86EB-0F5BC129A2BE}"/>
          </ac:spMkLst>
        </pc:spChg>
        <pc:spChg chg="mod">
          <ac:chgData name="LEFEBVRE Raphaël" userId="46535da4-4c97-4804-a5ec-0c5f78942f8b" providerId="ADAL" clId="{9DC076AD-11E0-4A43-BE1A-671BA49B1D2D}" dt="2025-08-12T09:17:16.303" v="23639" actId="20577"/>
          <ac:spMkLst>
            <pc:docMk/>
            <pc:sldMk cId="603160750" sldId="298"/>
            <ac:spMk id="9" creationId="{1AF8CBE8-8F96-3A96-8660-472F1DD22766}"/>
          </ac:spMkLst>
        </pc:spChg>
        <pc:spChg chg="mod">
          <ac:chgData name="LEFEBVRE Raphaël" userId="46535da4-4c97-4804-a5ec-0c5f78942f8b" providerId="ADAL" clId="{9DC076AD-11E0-4A43-BE1A-671BA49B1D2D}" dt="2025-08-12T09:13:12.557" v="23268" actId="20577"/>
          <ac:spMkLst>
            <pc:docMk/>
            <pc:sldMk cId="603160750" sldId="298"/>
            <ac:spMk id="10" creationId="{FE6ABD40-2785-8769-449B-C7EDD777EFCB}"/>
          </ac:spMkLst>
        </pc:spChg>
      </pc:sldChg>
      <pc:sldChg chg="modSp add mod">
        <pc:chgData name="LEFEBVRE Raphaël" userId="46535da4-4c97-4804-a5ec-0c5f78942f8b" providerId="ADAL" clId="{9DC076AD-11E0-4A43-BE1A-671BA49B1D2D}" dt="2025-08-12T09:16:32.690" v="23630" actId="6549"/>
        <pc:sldMkLst>
          <pc:docMk/>
          <pc:sldMk cId="1802317020" sldId="299"/>
        </pc:sldMkLst>
        <pc:spChg chg="mod">
          <ac:chgData name="LEFEBVRE Raphaël" userId="46535da4-4c97-4804-a5ec-0c5f78942f8b" providerId="ADAL" clId="{9DC076AD-11E0-4A43-BE1A-671BA49B1D2D}" dt="2025-08-12T09:12:19.302" v="23133" actId="27636"/>
          <ac:spMkLst>
            <pc:docMk/>
            <pc:sldMk cId="1802317020" sldId="299"/>
            <ac:spMk id="6" creationId="{F0DA12F7-B1CC-1B58-F285-47D8EDEB539C}"/>
          </ac:spMkLst>
        </pc:spChg>
        <pc:spChg chg="mod">
          <ac:chgData name="LEFEBVRE Raphaël" userId="46535da4-4c97-4804-a5ec-0c5f78942f8b" providerId="ADAL" clId="{9DC076AD-11E0-4A43-BE1A-671BA49B1D2D}" dt="2025-08-12T09:12:19.302" v="23134" actId="27636"/>
          <ac:spMkLst>
            <pc:docMk/>
            <pc:sldMk cId="1802317020" sldId="299"/>
            <ac:spMk id="8" creationId="{EA4DCADA-F65E-6E2C-D00F-166C1F1CFA8A}"/>
          </ac:spMkLst>
        </pc:spChg>
        <pc:spChg chg="mod">
          <ac:chgData name="LEFEBVRE Raphaël" userId="46535da4-4c97-4804-a5ec-0c5f78942f8b" providerId="ADAL" clId="{9DC076AD-11E0-4A43-BE1A-671BA49B1D2D}" dt="2025-08-12T09:16:32.690" v="23630" actId="6549"/>
          <ac:spMkLst>
            <pc:docMk/>
            <pc:sldMk cId="1802317020" sldId="299"/>
            <ac:spMk id="9" creationId="{978B4EDC-316C-8B80-C9B5-D810F0166A31}"/>
          </ac:spMkLst>
        </pc:spChg>
      </pc:sldChg>
      <pc:sldChg chg="modSp add mod">
        <pc:chgData name="LEFEBVRE Raphaël" userId="46535da4-4c97-4804-a5ec-0c5f78942f8b" providerId="ADAL" clId="{9DC076AD-11E0-4A43-BE1A-671BA49B1D2D}" dt="2025-07-10T18:02:59.934" v="20749" actId="20577"/>
        <pc:sldMkLst>
          <pc:docMk/>
          <pc:sldMk cId="45399808" sldId="300"/>
        </pc:sldMkLst>
      </pc:sldChg>
      <pc:sldChg chg="modSp add mod ord">
        <pc:chgData name="LEFEBVRE Raphaël" userId="46535da4-4c97-4804-a5ec-0c5f78942f8b" providerId="ADAL" clId="{9DC076AD-11E0-4A43-BE1A-671BA49B1D2D}" dt="2025-08-12T09:06:15.527" v="22523" actId="20577"/>
        <pc:sldMkLst>
          <pc:docMk/>
          <pc:sldMk cId="2914740124" sldId="301"/>
        </pc:sldMkLst>
        <pc:spChg chg="mod">
          <ac:chgData name="LEFEBVRE Raphaël" userId="46535da4-4c97-4804-a5ec-0c5f78942f8b" providerId="ADAL" clId="{9DC076AD-11E0-4A43-BE1A-671BA49B1D2D}" dt="2025-08-12T09:06:15.527" v="22523" actId="20577"/>
          <ac:spMkLst>
            <pc:docMk/>
            <pc:sldMk cId="2914740124" sldId="301"/>
            <ac:spMk id="4" creationId="{C218B594-9435-110C-649F-9C99BC5F193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2F242E-97C8-4229-4BD0-0D822498FD2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id="{3BB77B40-4D94-D76A-D883-83C6D13B83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id="{7B95FB9C-2F17-9095-6664-CBC64C0D395F}"/>
              </a:ext>
            </a:extLst>
          </p:cNvPr>
          <p:cNvSpPr>
            <a:spLocks noGrp="1"/>
          </p:cNvSpPr>
          <p:nvPr>
            <p:ph type="dt" sz="half" idx="10"/>
          </p:nvPr>
        </p:nvSpPr>
        <p:spPr/>
        <p:txBody>
          <a:bodyPr/>
          <a:lstStyle/>
          <a:p>
            <a:fld id="{49334A96-8487-4FEA-8B63-5CCD34A1CF73}" type="datetimeFigureOut">
              <a:rPr lang="fr-BE" smtClean="0"/>
              <a:t>12/08/2025</a:t>
            </a:fld>
            <a:endParaRPr lang="fr-BE"/>
          </a:p>
        </p:txBody>
      </p:sp>
      <p:sp>
        <p:nvSpPr>
          <p:cNvPr id="5" name="Espace réservé du pied de page 4">
            <a:extLst>
              <a:ext uri="{FF2B5EF4-FFF2-40B4-BE49-F238E27FC236}">
                <a16:creationId xmlns:a16="http://schemas.microsoft.com/office/drawing/2014/main" id="{2422B6EB-AB13-FBA4-D116-9303B5324E8B}"/>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9EE757D4-2AEC-782A-D483-29EBFB9531B2}"/>
              </a:ext>
            </a:extLst>
          </p:cNvPr>
          <p:cNvSpPr>
            <a:spLocks noGrp="1"/>
          </p:cNvSpPr>
          <p:nvPr>
            <p:ph type="sldNum" sz="quarter" idx="12"/>
          </p:nvPr>
        </p:nvSpPr>
        <p:spPr/>
        <p:txBody>
          <a:bodyPr/>
          <a:lstStyle/>
          <a:p>
            <a:fld id="{45D95D0C-AC3D-4DD0-A6A7-7EBA309BDF75}" type="slidenum">
              <a:rPr lang="fr-BE" smtClean="0"/>
              <a:t>‹N°›</a:t>
            </a:fld>
            <a:endParaRPr lang="fr-BE"/>
          </a:p>
        </p:txBody>
      </p:sp>
    </p:spTree>
    <p:extLst>
      <p:ext uri="{BB962C8B-B14F-4D97-AF65-F5344CB8AC3E}">
        <p14:creationId xmlns:p14="http://schemas.microsoft.com/office/powerpoint/2010/main" val="1757826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DDE7A9-AEBB-C098-5ACC-DBB3AAD26437}"/>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BD356B25-34ED-6E3E-AC23-485E328B8BD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A6C19728-90B4-E49D-286D-466A32E92B62}"/>
              </a:ext>
            </a:extLst>
          </p:cNvPr>
          <p:cNvSpPr>
            <a:spLocks noGrp="1"/>
          </p:cNvSpPr>
          <p:nvPr>
            <p:ph type="dt" sz="half" idx="10"/>
          </p:nvPr>
        </p:nvSpPr>
        <p:spPr/>
        <p:txBody>
          <a:bodyPr/>
          <a:lstStyle/>
          <a:p>
            <a:fld id="{49334A96-8487-4FEA-8B63-5CCD34A1CF73}" type="datetimeFigureOut">
              <a:rPr lang="fr-BE" smtClean="0"/>
              <a:t>12/08/2025</a:t>
            </a:fld>
            <a:endParaRPr lang="fr-BE"/>
          </a:p>
        </p:txBody>
      </p:sp>
      <p:sp>
        <p:nvSpPr>
          <p:cNvPr id="5" name="Espace réservé du pied de page 4">
            <a:extLst>
              <a:ext uri="{FF2B5EF4-FFF2-40B4-BE49-F238E27FC236}">
                <a16:creationId xmlns:a16="http://schemas.microsoft.com/office/drawing/2014/main" id="{4366551E-0C10-3DE3-136F-AB5EFD1E6582}"/>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0DB3B84B-9CE0-4A62-470B-3E2009AC01D6}"/>
              </a:ext>
            </a:extLst>
          </p:cNvPr>
          <p:cNvSpPr>
            <a:spLocks noGrp="1"/>
          </p:cNvSpPr>
          <p:nvPr>
            <p:ph type="sldNum" sz="quarter" idx="12"/>
          </p:nvPr>
        </p:nvSpPr>
        <p:spPr/>
        <p:txBody>
          <a:bodyPr/>
          <a:lstStyle/>
          <a:p>
            <a:fld id="{45D95D0C-AC3D-4DD0-A6A7-7EBA309BDF75}" type="slidenum">
              <a:rPr lang="fr-BE" smtClean="0"/>
              <a:t>‹N°›</a:t>
            </a:fld>
            <a:endParaRPr lang="fr-BE"/>
          </a:p>
        </p:txBody>
      </p:sp>
    </p:spTree>
    <p:extLst>
      <p:ext uri="{BB962C8B-B14F-4D97-AF65-F5344CB8AC3E}">
        <p14:creationId xmlns:p14="http://schemas.microsoft.com/office/powerpoint/2010/main" val="3973686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80A9ED-730C-0E5D-EB55-E7B2A562C27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id="{67300D6A-0DA6-A020-2662-1A3EBF2A94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1CBD3F1-5511-CBD4-D8BC-28B9BC0D552D}"/>
              </a:ext>
            </a:extLst>
          </p:cNvPr>
          <p:cNvSpPr>
            <a:spLocks noGrp="1"/>
          </p:cNvSpPr>
          <p:nvPr>
            <p:ph type="dt" sz="half" idx="10"/>
          </p:nvPr>
        </p:nvSpPr>
        <p:spPr/>
        <p:txBody>
          <a:bodyPr/>
          <a:lstStyle/>
          <a:p>
            <a:fld id="{49334A96-8487-4FEA-8B63-5CCD34A1CF73}" type="datetimeFigureOut">
              <a:rPr lang="fr-BE" smtClean="0"/>
              <a:t>12/08/2025</a:t>
            </a:fld>
            <a:endParaRPr lang="fr-BE"/>
          </a:p>
        </p:txBody>
      </p:sp>
      <p:sp>
        <p:nvSpPr>
          <p:cNvPr id="5" name="Espace réservé du pied de page 4">
            <a:extLst>
              <a:ext uri="{FF2B5EF4-FFF2-40B4-BE49-F238E27FC236}">
                <a16:creationId xmlns:a16="http://schemas.microsoft.com/office/drawing/2014/main" id="{9AF8CA4B-1ED6-F5B4-D49A-FD9BBE210B74}"/>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6A0A1B82-A88E-677D-46A1-E57602F755C7}"/>
              </a:ext>
            </a:extLst>
          </p:cNvPr>
          <p:cNvSpPr>
            <a:spLocks noGrp="1"/>
          </p:cNvSpPr>
          <p:nvPr>
            <p:ph type="sldNum" sz="quarter" idx="12"/>
          </p:nvPr>
        </p:nvSpPr>
        <p:spPr/>
        <p:txBody>
          <a:bodyPr/>
          <a:lstStyle/>
          <a:p>
            <a:fld id="{45D95D0C-AC3D-4DD0-A6A7-7EBA309BDF75}" type="slidenum">
              <a:rPr lang="fr-BE" smtClean="0"/>
              <a:t>‹N°›</a:t>
            </a:fld>
            <a:endParaRPr lang="fr-BE"/>
          </a:p>
        </p:txBody>
      </p:sp>
    </p:spTree>
    <p:extLst>
      <p:ext uri="{BB962C8B-B14F-4D97-AF65-F5344CB8AC3E}">
        <p14:creationId xmlns:p14="http://schemas.microsoft.com/office/powerpoint/2010/main" val="1826135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E02967-337F-9023-103A-14D293758A92}"/>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6E53213C-56F0-E808-0464-9D65AF63135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id="{770A1BBA-0422-A1FF-1471-FB248BFB822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id="{297F1896-D30D-C6C6-8CB8-D4822F7F835A}"/>
              </a:ext>
            </a:extLst>
          </p:cNvPr>
          <p:cNvSpPr>
            <a:spLocks noGrp="1"/>
          </p:cNvSpPr>
          <p:nvPr>
            <p:ph type="dt" sz="half" idx="10"/>
          </p:nvPr>
        </p:nvSpPr>
        <p:spPr/>
        <p:txBody>
          <a:bodyPr/>
          <a:lstStyle/>
          <a:p>
            <a:fld id="{49334A96-8487-4FEA-8B63-5CCD34A1CF73}" type="datetimeFigureOut">
              <a:rPr lang="fr-BE" smtClean="0"/>
              <a:t>12/08/2025</a:t>
            </a:fld>
            <a:endParaRPr lang="fr-BE"/>
          </a:p>
        </p:txBody>
      </p:sp>
      <p:sp>
        <p:nvSpPr>
          <p:cNvPr id="6" name="Espace réservé du pied de page 5">
            <a:extLst>
              <a:ext uri="{FF2B5EF4-FFF2-40B4-BE49-F238E27FC236}">
                <a16:creationId xmlns:a16="http://schemas.microsoft.com/office/drawing/2014/main" id="{AA697CD5-698B-280D-DD46-70A0A7A1BC77}"/>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6582EA9A-6669-8D96-DED7-BC15432D5848}"/>
              </a:ext>
            </a:extLst>
          </p:cNvPr>
          <p:cNvSpPr>
            <a:spLocks noGrp="1"/>
          </p:cNvSpPr>
          <p:nvPr>
            <p:ph type="sldNum" sz="quarter" idx="12"/>
          </p:nvPr>
        </p:nvSpPr>
        <p:spPr/>
        <p:txBody>
          <a:bodyPr/>
          <a:lstStyle/>
          <a:p>
            <a:fld id="{45D95D0C-AC3D-4DD0-A6A7-7EBA309BDF75}" type="slidenum">
              <a:rPr lang="fr-BE" smtClean="0"/>
              <a:t>‹N°›</a:t>
            </a:fld>
            <a:endParaRPr lang="fr-BE"/>
          </a:p>
        </p:txBody>
      </p:sp>
    </p:spTree>
    <p:extLst>
      <p:ext uri="{BB962C8B-B14F-4D97-AF65-F5344CB8AC3E}">
        <p14:creationId xmlns:p14="http://schemas.microsoft.com/office/powerpoint/2010/main" val="124480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E282B7-474E-69E0-3139-27272212E289}"/>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24C8C272-0860-4A4C-EE75-186E9A622F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BA55FC6-C246-6A4C-C23F-9B553051464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id="{FECC2ABA-3DB5-B286-D4D1-576424C621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7D78113-16F1-1377-DC66-23449270CB1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id="{941F8EA2-CE5D-4165-4D8B-42E4455547B3}"/>
              </a:ext>
            </a:extLst>
          </p:cNvPr>
          <p:cNvSpPr>
            <a:spLocks noGrp="1"/>
          </p:cNvSpPr>
          <p:nvPr>
            <p:ph type="dt" sz="half" idx="10"/>
          </p:nvPr>
        </p:nvSpPr>
        <p:spPr/>
        <p:txBody>
          <a:bodyPr/>
          <a:lstStyle/>
          <a:p>
            <a:fld id="{49334A96-8487-4FEA-8B63-5CCD34A1CF73}" type="datetimeFigureOut">
              <a:rPr lang="fr-BE" smtClean="0"/>
              <a:t>12/08/2025</a:t>
            </a:fld>
            <a:endParaRPr lang="fr-BE"/>
          </a:p>
        </p:txBody>
      </p:sp>
      <p:sp>
        <p:nvSpPr>
          <p:cNvPr id="8" name="Espace réservé du pied de page 7">
            <a:extLst>
              <a:ext uri="{FF2B5EF4-FFF2-40B4-BE49-F238E27FC236}">
                <a16:creationId xmlns:a16="http://schemas.microsoft.com/office/drawing/2014/main" id="{D5CE9343-684B-B0CC-E6AC-71AB57495DE2}"/>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id="{97CA3CBF-9C63-4473-E883-B9DD51E262FF}"/>
              </a:ext>
            </a:extLst>
          </p:cNvPr>
          <p:cNvSpPr>
            <a:spLocks noGrp="1"/>
          </p:cNvSpPr>
          <p:nvPr>
            <p:ph type="sldNum" sz="quarter" idx="12"/>
          </p:nvPr>
        </p:nvSpPr>
        <p:spPr/>
        <p:txBody>
          <a:bodyPr/>
          <a:lstStyle/>
          <a:p>
            <a:fld id="{45D95D0C-AC3D-4DD0-A6A7-7EBA309BDF75}" type="slidenum">
              <a:rPr lang="fr-BE" smtClean="0"/>
              <a:t>‹N°›</a:t>
            </a:fld>
            <a:endParaRPr lang="fr-BE"/>
          </a:p>
        </p:txBody>
      </p:sp>
    </p:spTree>
    <p:extLst>
      <p:ext uri="{BB962C8B-B14F-4D97-AF65-F5344CB8AC3E}">
        <p14:creationId xmlns:p14="http://schemas.microsoft.com/office/powerpoint/2010/main" val="1263915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3D5C9C-09D8-6CD3-0D95-9BE8E22D6A9A}"/>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id="{8C530CFC-9138-F30F-DB81-84227E6286EC}"/>
              </a:ext>
            </a:extLst>
          </p:cNvPr>
          <p:cNvSpPr>
            <a:spLocks noGrp="1"/>
          </p:cNvSpPr>
          <p:nvPr>
            <p:ph type="dt" sz="half" idx="10"/>
          </p:nvPr>
        </p:nvSpPr>
        <p:spPr/>
        <p:txBody>
          <a:bodyPr/>
          <a:lstStyle/>
          <a:p>
            <a:fld id="{49334A96-8487-4FEA-8B63-5CCD34A1CF73}" type="datetimeFigureOut">
              <a:rPr lang="fr-BE" smtClean="0"/>
              <a:t>12/08/2025</a:t>
            </a:fld>
            <a:endParaRPr lang="fr-BE"/>
          </a:p>
        </p:txBody>
      </p:sp>
      <p:sp>
        <p:nvSpPr>
          <p:cNvPr id="4" name="Espace réservé du pied de page 3">
            <a:extLst>
              <a:ext uri="{FF2B5EF4-FFF2-40B4-BE49-F238E27FC236}">
                <a16:creationId xmlns:a16="http://schemas.microsoft.com/office/drawing/2014/main" id="{93D9CD73-3180-47FC-4995-C18209354FC8}"/>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id="{53504645-7604-146C-1535-2A92E5D833E5}"/>
              </a:ext>
            </a:extLst>
          </p:cNvPr>
          <p:cNvSpPr>
            <a:spLocks noGrp="1"/>
          </p:cNvSpPr>
          <p:nvPr>
            <p:ph type="sldNum" sz="quarter" idx="12"/>
          </p:nvPr>
        </p:nvSpPr>
        <p:spPr/>
        <p:txBody>
          <a:bodyPr/>
          <a:lstStyle/>
          <a:p>
            <a:fld id="{45D95D0C-AC3D-4DD0-A6A7-7EBA309BDF75}" type="slidenum">
              <a:rPr lang="fr-BE" smtClean="0"/>
              <a:t>‹N°›</a:t>
            </a:fld>
            <a:endParaRPr lang="fr-BE"/>
          </a:p>
        </p:txBody>
      </p:sp>
    </p:spTree>
    <p:extLst>
      <p:ext uri="{BB962C8B-B14F-4D97-AF65-F5344CB8AC3E}">
        <p14:creationId xmlns:p14="http://schemas.microsoft.com/office/powerpoint/2010/main" val="2872752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8D7CCB6-8295-5393-42F6-02C464E63FF8}"/>
              </a:ext>
            </a:extLst>
          </p:cNvPr>
          <p:cNvSpPr>
            <a:spLocks noGrp="1"/>
          </p:cNvSpPr>
          <p:nvPr>
            <p:ph type="dt" sz="half" idx="10"/>
          </p:nvPr>
        </p:nvSpPr>
        <p:spPr/>
        <p:txBody>
          <a:bodyPr/>
          <a:lstStyle/>
          <a:p>
            <a:fld id="{49334A96-8487-4FEA-8B63-5CCD34A1CF73}" type="datetimeFigureOut">
              <a:rPr lang="fr-BE" smtClean="0"/>
              <a:t>12/08/2025</a:t>
            </a:fld>
            <a:endParaRPr lang="fr-BE"/>
          </a:p>
        </p:txBody>
      </p:sp>
      <p:sp>
        <p:nvSpPr>
          <p:cNvPr id="3" name="Espace réservé du pied de page 2">
            <a:extLst>
              <a:ext uri="{FF2B5EF4-FFF2-40B4-BE49-F238E27FC236}">
                <a16:creationId xmlns:a16="http://schemas.microsoft.com/office/drawing/2014/main" id="{AF954F9D-32F0-EFFD-4AF0-F0B285D21F09}"/>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id="{C10CDC0F-91EB-E3DF-4934-280652D0BD78}"/>
              </a:ext>
            </a:extLst>
          </p:cNvPr>
          <p:cNvSpPr>
            <a:spLocks noGrp="1"/>
          </p:cNvSpPr>
          <p:nvPr>
            <p:ph type="sldNum" sz="quarter" idx="12"/>
          </p:nvPr>
        </p:nvSpPr>
        <p:spPr/>
        <p:txBody>
          <a:bodyPr/>
          <a:lstStyle/>
          <a:p>
            <a:fld id="{45D95D0C-AC3D-4DD0-A6A7-7EBA309BDF75}" type="slidenum">
              <a:rPr lang="fr-BE" smtClean="0"/>
              <a:t>‹N°›</a:t>
            </a:fld>
            <a:endParaRPr lang="fr-BE"/>
          </a:p>
        </p:txBody>
      </p:sp>
    </p:spTree>
    <p:extLst>
      <p:ext uri="{BB962C8B-B14F-4D97-AF65-F5344CB8AC3E}">
        <p14:creationId xmlns:p14="http://schemas.microsoft.com/office/powerpoint/2010/main" val="1564435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135A06-9237-5628-2FAD-086E885E30D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id="{E37B4C3F-EB2F-F504-A251-DD4264BCBB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id="{A8E780C3-5762-928F-16E4-CF9E2F93D1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98C6734-CBBE-A4BA-5E52-48EE5BD70683}"/>
              </a:ext>
            </a:extLst>
          </p:cNvPr>
          <p:cNvSpPr>
            <a:spLocks noGrp="1"/>
          </p:cNvSpPr>
          <p:nvPr>
            <p:ph type="dt" sz="half" idx="10"/>
          </p:nvPr>
        </p:nvSpPr>
        <p:spPr/>
        <p:txBody>
          <a:bodyPr/>
          <a:lstStyle/>
          <a:p>
            <a:fld id="{49334A96-8487-4FEA-8B63-5CCD34A1CF73}" type="datetimeFigureOut">
              <a:rPr lang="fr-BE" smtClean="0"/>
              <a:t>12/08/2025</a:t>
            </a:fld>
            <a:endParaRPr lang="fr-BE"/>
          </a:p>
        </p:txBody>
      </p:sp>
      <p:sp>
        <p:nvSpPr>
          <p:cNvPr id="6" name="Espace réservé du pied de page 5">
            <a:extLst>
              <a:ext uri="{FF2B5EF4-FFF2-40B4-BE49-F238E27FC236}">
                <a16:creationId xmlns:a16="http://schemas.microsoft.com/office/drawing/2014/main" id="{A5A261C7-2B21-286A-B3EB-87A842DA332E}"/>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7560D174-D8E7-2C48-B1F0-3B74BAD315E4}"/>
              </a:ext>
            </a:extLst>
          </p:cNvPr>
          <p:cNvSpPr>
            <a:spLocks noGrp="1"/>
          </p:cNvSpPr>
          <p:nvPr>
            <p:ph type="sldNum" sz="quarter" idx="12"/>
          </p:nvPr>
        </p:nvSpPr>
        <p:spPr/>
        <p:txBody>
          <a:bodyPr/>
          <a:lstStyle/>
          <a:p>
            <a:fld id="{45D95D0C-AC3D-4DD0-A6A7-7EBA309BDF75}" type="slidenum">
              <a:rPr lang="fr-BE" smtClean="0"/>
              <a:t>‹N°›</a:t>
            </a:fld>
            <a:endParaRPr lang="fr-BE"/>
          </a:p>
        </p:txBody>
      </p:sp>
    </p:spTree>
    <p:extLst>
      <p:ext uri="{BB962C8B-B14F-4D97-AF65-F5344CB8AC3E}">
        <p14:creationId xmlns:p14="http://schemas.microsoft.com/office/powerpoint/2010/main" val="2481799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0303D3-C647-9851-DF40-C41FFD8E516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id="{AB9A788E-B738-6A9B-75BB-38FBE32FCC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id="{FEEC846E-C77C-DABB-D5CE-CF11827C1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AC33BC4-524B-A345-4363-93612FBBF90C}"/>
              </a:ext>
            </a:extLst>
          </p:cNvPr>
          <p:cNvSpPr>
            <a:spLocks noGrp="1"/>
          </p:cNvSpPr>
          <p:nvPr>
            <p:ph type="dt" sz="half" idx="10"/>
          </p:nvPr>
        </p:nvSpPr>
        <p:spPr/>
        <p:txBody>
          <a:bodyPr/>
          <a:lstStyle/>
          <a:p>
            <a:fld id="{49334A96-8487-4FEA-8B63-5CCD34A1CF73}" type="datetimeFigureOut">
              <a:rPr lang="fr-BE" smtClean="0"/>
              <a:t>12/08/2025</a:t>
            </a:fld>
            <a:endParaRPr lang="fr-BE"/>
          </a:p>
        </p:txBody>
      </p:sp>
      <p:sp>
        <p:nvSpPr>
          <p:cNvPr id="6" name="Espace réservé du pied de page 5">
            <a:extLst>
              <a:ext uri="{FF2B5EF4-FFF2-40B4-BE49-F238E27FC236}">
                <a16:creationId xmlns:a16="http://schemas.microsoft.com/office/drawing/2014/main" id="{56416A1A-E18C-2A50-A315-1754D9531793}"/>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71EC3183-3F0D-5B02-FCB9-7E99FAD717C1}"/>
              </a:ext>
            </a:extLst>
          </p:cNvPr>
          <p:cNvSpPr>
            <a:spLocks noGrp="1"/>
          </p:cNvSpPr>
          <p:nvPr>
            <p:ph type="sldNum" sz="quarter" idx="12"/>
          </p:nvPr>
        </p:nvSpPr>
        <p:spPr/>
        <p:txBody>
          <a:bodyPr/>
          <a:lstStyle/>
          <a:p>
            <a:fld id="{45D95D0C-AC3D-4DD0-A6A7-7EBA309BDF75}" type="slidenum">
              <a:rPr lang="fr-BE" smtClean="0"/>
              <a:t>‹N°›</a:t>
            </a:fld>
            <a:endParaRPr lang="fr-BE"/>
          </a:p>
        </p:txBody>
      </p:sp>
    </p:spTree>
    <p:extLst>
      <p:ext uri="{BB962C8B-B14F-4D97-AF65-F5344CB8AC3E}">
        <p14:creationId xmlns:p14="http://schemas.microsoft.com/office/powerpoint/2010/main" val="3110098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BED338-345F-1572-D25E-7DFB8E5B753D}"/>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C2174FE7-7F48-E0AA-1CB6-41D9585C219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B20FC4C6-1AB9-F7A8-834B-9451339016D7}"/>
              </a:ext>
            </a:extLst>
          </p:cNvPr>
          <p:cNvSpPr>
            <a:spLocks noGrp="1"/>
          </p:cNvSpPr>
          <p:nvPr>
            <p:ph type="dt" sz="half" idx="10"/>
          </p:nvPr>
        </p:nvSpPr>
        <p:spPr/>
        <p:txBody>
          <a:bodyPr/>
          <a:lstStyle/>
          <a:p>
            <a:fld id="{49334A96-8487-4FEA-8B63-5CCD34A1CF73}" type="datetimeFigureOut">
              <a:rPr lang="fr-BE" smtClean="0"/>
              <a:t>12/08/2025</a:t>
            </a:fld>
            <a:endParaRPr lang="fr-BE"/>
          </a:p>
        </p:txBody>
      </p:sp>
      <p:sp>
        <p:nvSpPr>
          <p:cNvPr id="5" name="Espace réservé du pied de page 4">
            <a:extLst>
              <a:ext uri="{FF2B5EF4-FFF2-40B4-BE49-F238E27FC236}">
                <a16:creationId xmlns:a16="http://schemas.microsoft.com/office/drawing/2014/main" id="{89735894-756C-F553-1635-1BFCA6DB03EF}"/>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8ABC896E-3B9A-1F7C-BD7E-007D08F050A4}"/>
              </a:ext>
            </a:extLst>
          </p:cNvPr>
          <p:cNvSpPr>
            <a:spLocks noGrp="1"/>
          </p:cNvSpPr>
          <p:nvPr>
            <p:ph type="sldNum" sz="quarter" idx="12"/>
          </p:nvPr>
        </p:nvSpPr>
        <p:spPr/>
        <p:txBody>
          <a:bodyPr/>
          <a:lstStyle/>
          <a:p>
            <a:fld id="{45D95D0C-AC3D-4DD0-A6A7-7EBA309BDF75}" type="slidenum">
              <a:rPr lang="fr-BE" smtClean="0"/>
              <a:t>‹N°›</a:t>
            </a:fld>
            <a:endParaRPr lang="fr-BE"/>
          </a:p>
        </p:txBody>
      </p:sp>
    </p:spTree>
    <p:extLst>
      <p:ext uri="{BB962C8B-B14F-4D97-AF65-F5344CB8AC3E}">
        <p14:creationId xmlns:p14="http://schemas.microsoft.com/office/powerpoint/2010/main" val="2173848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F9AD787-5CA7-1162-35A9-83ED73500E8A}"/>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0BF19131-9897-B537-F6B9-5DA7C41E0CE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12204B91-8360-80DB-932D-9A0EF7E279B6}"/>
              </a:ext>
            </a:extLst>
          </p:cNvPr>
          <p:cNvSpPr>
            <a:spLocks noGrp="1"/>
          </p:cNvSpPr>
          <p:nvPr>
            <p:ph type="dt" sz="half" idx="10"/>
          </p:nvPr>
        </p:nvSpPr>
        <p:spPr/>
        <p:txBody>
          <a:bodyPr/>
          <a:lstStyle/>
          <a:p>
            <a:fld id="{49334A96-8487-4FEA-8B63-5CCD34A1CF73}" type="datetimeFigureOut">
              <a:rPr lang="fr-BE" smtClean="0"/>
              <a:t>12/08/2025</a:t>
            </a:fld>
            <a:endParaRPr lang="fr-BE"/>
          </a:p>
        </p:txBody>
      </p:sp>
      <p:sp>
        <p:nvSpPr>
          <p:cNvPr id="5" name="Espace réservé du pied de page 4">
            <a:extLst>
              <a:ext uri="{FF2B5EF4-FFF2-40B4-BE49-F238E27FC236}">
                <a16:creationId xmlns:a16="http://schemas.microsoft.com/office/drawing/2014/main" id="{4408AF5A-B65C-2B6A-2F3F-C17BA1D3F522}"/>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D7E64D82-6102-0F68-738C-ECA52E3C9409}"/>
              </a:ext>
            </a:extLst>
          </p:cNvPr>
          <p:cNvSpPr>
            <a:spLocks noGrp="1"/>
          </p:cNvSpPr>
          <p:nvPr>
            <p:ph type="sldNum" sz="quarter" idx="12"/>
          </p:nvPr>
        </p:nvSpPr>
        <p:spPr/>
        <p:txBody>
          <a:bodyPr/>
          <a:lstStyle/>
          <a:p>
            <a:fld id="{45D95D0C-AC3D-4DD0-A6A7-7EBA309BDF75}" type="slidenum">
              <a:rPr lang="fr-BE" smtClean="0"/>
              <a:t>‹N°›</a:t>
            </a:fld>
            <a:endParaRPr lang="fr-BE"/>
          </a:p>
        </p:txBody>
      </p:sp>
    </p:spTree>
    <p:extLst>
      <p:ext uri="{BB962C8B-B14F-4D97-AF65-F5344CB8AC3E}">
        <p14:creationId xmlns:p14="http://schemas.microsoft.com/office/powerpoint/2010/main" val="2428829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90FD25F-2531-C793-1B9E-597B23BD99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1160873D-6A32-1950-74FD-45BD357703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D0501081-985D-A17E-DD86-9B8116C767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334A96-8487-4FEA-8B63-5CCD34A1CF73}" type="datetimeFigureOut">
              <a:rPr lang="fr-BE" smtClean="0"/>
              <a:t>12/08/2025</a:t>
            </a:fld>
            <a:endParaRPr lang="fr-BE"/>
          </a:p>
        </p:txBody>
      </p:sp>
      <p:sp>
        <p:nvSpPr>
          <p:cNvPr id="5" name="Espace réservé du pied de page 4">
            <a:extLst>
              <a:ext uri="{FF2B5EF4-FFF2-40B4-BE49-F238E27FC236}">
                <a16:creationId xmlns:a16="http://schemas.microsoft.com/office/drawing/2014/main" id="{DA0BE681-E3EF-5C14-42A6-6EDF4CA913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id="{48E334B3-733F-3A39-7F80-2AC433C4DA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D95D0C-AC3D-4DD0-A6A7-7EBA309BDF75}" type="slidenum">
              <a:rPr lang="fr-BE" smtClean="0"/>
              <a:t>‹N°›</a:t>
            </a:fld>
            <a:endParaRPr lang="fr-BE"/>
          </a:p>
        </p:txBody>
      </p:sp>
    </p:spTree>
    <p:extLst>
      <p:ext uri="{BB962C8B-B14F-4D97-AF65-F5344CB8AC3E}">
        <p14:creationId xmlns:p14="http://schemas.microsoft.com/office/powerpoint/2010/main" val="40215768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C64043-359E-C803-EB27-C7A0FFE6BD23}"/>
              </a:ext>
            </a:extLst>
          </p:cNvPr>
          <p:cNvSpPr>
            <a:spLocks noGrp="1"/>
          </p:cNvSpPr>
          <p:nvPr>
            <p:ph type="ctrTitle"/>
          </p:nvPr>
        </p:nvSpPr>
        <p:spPr/>
        <p:txBody>
          <a:bodyPr/>
          <a:lstStyle/>
          <a:p>
            <a:r>
              <a:rPr lang="fr-BE" dirty="0"/>
              <a:t>Projet</a:t>
            </a:r>
          </a:p>
        </p:txBody>
      </p:sp>
      <p:sp>
        <p:nvSpPr>
          <p:cNvPr id="3" name="Sous-titre 2">
            <a:extLst>
              <a:ext uri="{FF2B5EF4-FFF2-40B4-BE49-F238E27FC236}">
                <a16:creationId xmlns:a16="http://schemas.microsoft.com/office/drawing/2014/main" id="{AD5C2CEA-824A-EB0E-F163-0CC6F43BF331}"/>
              </a:ext>
            </a:extLst>
          </p:cNvPr>
          <p:cNvSpPr>
            <a:spLocks noGrp="1"/>
          </p:cNvSpPr>
          <p:nvPr>
            <p:ph type="subTitle" idx="1"/>
          </p:nvPr>
        </p:nvSpPr>
        <p:spPr/>
        <p:txBody>
          <a:bodyPr/>
          <a:lstStyle/>
          <a:p>
            <a:r>
              <a:rPr lang="fr-BE" dirty="0"/>
              <a:t>Aide au bon déroulement</a:t>
            </a:r>
          </a:p>
        </p:txBody>
      </p:sp>
    </p:spTree>
    <p:extLst>
      <p:ext uri="{BB962C8B-B14F-4D97-AF65-F5344CB8AC3E}">
        <p14:creationId xmlns:p14="http://schemas.microsoft.com/office/powerpoint/2010/main" val="1321731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4F93650-56A3-C048-6371-68649D8FC6A5}"/>
              </a:ext>
            </a:extLst>
          </p:cNvPr>
          <p:cNvSpPr>
            <a:spLocks noGrp="1"/>
          </p:cNvSpPr>
          <p:nvPr>
            <p:ph type="title"/>
          </p:nvPr>
        </p:nvSpPr>
        <p:spPr/>
        <p:txBody>
          <a:bodyPr/>
          <a:lstStyle/>
          <a:p>
            <a:r>
              <a:rPr lang="fr-BE" dirty="0"/>
              <a:t>Préambule</a:t>
            </a:r>
          </a:p>
        </p:txBody>
      </p:sp>
      <p:sp>
        <p:nvSpPr>
          <p:cNvPr id="5" name="Espace réservé du texte 4">
            <a:extLst>
              <a:ext uri="{FF2B5EF4-FFF2-40B4-BE49-F238E27FC236}">
                <a16:creationId xmlns:a16="http://schemas.microsoft.com/office/drawing/2014/main" id="{4ABA901F-33E0-C619-4849-6C40B10BD4EF}"/>
              </a:ext>
            </a:extLst>
          </p:cNvPr>
          <p:cNvSpPr>
            <a:spLocks noGrp="1"/>
          </p:cNvSpPr>
          <p:nvPr>
            <p:ph type="body" idx="1"/>
          </p:nvPr>
        </p:nvSpPr>
        <p:spPr/>
        <p:txBody>
          <a:bodyPr/>
          <a:lstStyle/>
          <a:p>
            <a:r>
              <a:rPr lang="fr-BE" dirty="0"/>
              <a:t>Organisation des développements</a:t>
            </a:r>
          </a:p>
        </p:txBody>
      </p:sp>
    </p:spTree>
    <p:extLst>
      <p:ext uri="{BB962C8B-B14F-4D97-AF65-F5344CB8AC3E}">
        <p14:creationId xmlns:p14="http://schemas.microsoft.com/office/powerpoint/2010/main" val="905810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9D9679-0D2A-4EBF-8594-C3707442BB08}"/>
              </a:ext>
            </a:extLst>
          </p:cNvPr>
          <p:cNvSpPr>
            <a:spLocks noGrp="1"/>
          </p:cNvSpPr>
          <p:nvPr>
            <p:ph type="title"/>
          </p:nvPr>
        </p:nvSpPr>
        <p:spPr/>
        <p:txBody>
          <a:bodyPr/>
          <a:lstStyle/>
          <a:p>
            <a:pPr algn="ctr"/>
            <a:r>
              <a:rPr lang="fr-BE" dirty="0"/>
              <a:t>Organisation des tâches</a:t>
            </a:r>
          </a:p>
        </p:txBody>
      </p:sp>
      <p:sp>
        <p:nvSpPr>
          <p:cNvPr id="3" name="Espace réservé du texte 2">
            <a:extLst>
              <a:ext uri="{FF2B5EF4-FFF2-40B4-BE49-F238E27FC236}">
                <a16:creationId xmlns:a16="http://schemas.microsoft.com/office/drawing/2014/main" id="{0584567A-E4BB-F80E-1C6E-13233CC8E7EA}"/>
              </a:ext>
            </a:extLst>
          </p:cNvPr>
          <p:cNvSpPr>
            <a:spLocks noGrp="1"/>
          </p:cNvSpPr>
          <p:nvPr>
            <p:ph type="body" idx="1"/>
          </p:nvPr>
        </p:nvSpPr>
        <p:spPr/>
        <p:txBody>
          <a:bodyPr/>
          <a:lstStyle/>
          <a:p>
            <a:pPr algn="ctr"/>
            <a:r>
              <a:rPr lang="fr-BE" dirty="0"/>
              <a:t>Sprints</a:t>
            </a:r>
          </a:p>
          <a:p>
            <a:pPr algn="ctr"/>
            <a:endParaRPr lang="fr-BE" dirty="0"/>
          </a:p>
        </p:txBody>
      </p:sp>
      <p:sp>
        <p:nvSpPr>
          <p:cNvPr id="4" name="Espace réservé du contenu 3">
            <a:extLst>
              <a:ext uri="{FF2B5EF4-FFF2-40B4-BE49-F238E27FC236}">
                <a16:creationId xmlns:a16="http://schemas.microsoft.com/office/drawing/2014/main" id="{57168341-A5D7-EDDE-B8D9-9E3DF85D45A1}"/>
              </a:ext>
            </a:extLst>
          </p:cNvPr>
          <p:cNvSpPr>
            <a:spLocks noGrp="1"/>
          </p:cNvSpPr>
          <p:nvPr>
            <p:ph sz="half" idx="2"/>
          </p:nvPr>
        </p:nvSpPr>
        <p:spPr/>
        <p:txBody>
          <a:bodyPr>
            <a:normAutofit fontScale="47500" lnSpcReduction="20000"/>
          </a:bodyPr>
          <a:lstStyle/>
          <a:p>
            <a:r>
              <a:rPr lang="fr-BE" dirty="0"/>
              <a:t>Les tâches à réaliser sont appelées « User Story ». Conformément à Scrum, chaque User Story se caractérise par:</a:t>
            </a:r>
          </a:p>
          <a:p>
            <a:pPr lvl="1"/>
            <a:r>
              <a:rPr lang="fr-BE" dirty="0"/>
              <a:t>Une description formelle du use case.</a:t>
            </a:r>
          </a:p>
          <a:p>
            <a:pPr lvl="1"/>
            <a:r>
              <a:rPr lang="fr-BE" dirty="0"/>
              <a:t>Une liste de critères d’acceptation validant la qualité du travail.</a:t>
            </a:r>
          </a:p>
          <a:p>
            <a:pPr lvl="1"/>
            <a:r>
              <a:rPr lang="fr-BE" dirty="0"/>
              <a:t>Une priorité business (méthode </a:t>
            </a:r>
            <a:r>
              <a:rPr lang="fr-BE" dirty="0" err="1"/>
              <a:t>MoSCoW</a:t>
            </a:r>
            <a:r>
              <a:rPr lang="fr-BE" dirty="0"/>
              <a:t>)</a:t>
            </a:r>
          </a:p>
          <a:p>
            <a:pPr lvl="1"/>
            <a:r>
              <a:rPr lang="fr-BE" dirty="0"/>
              <a:t>Une estimation de l’effort à fournir</a:t>
            </a:r>
          </a:p>
          <a:p>
            <a:r>
              <a:rPr lang="fr-BE" dirty="0"/>
              <a:t>Chaque User Story est </a:t>
            </a:r>
            <a:r>
              <a:rPr lang="fr-BE" u="sng" dirty="0"/>
              <a:t>ici </a:t>
            </a:r>
            <a:r>
              <a:rPr lang="fr-BE" dirty="0"/>
              <a:t>également accompagnée de conseils ou d’éclaircissements techniques.</a:t>
            </a:r>
          </a:p>
          <a:p>
            <a:r>
              <a:rPr lang="fr-BE" dirty="0"/>
              <a:t>La liste des User Stories est divisée en Sprint.</a:t>
            </a:r>
          </a:p>
          <a:p>
            <a:pPr lvl="1"/>
            <a:r>
              <a:rPr lang="fr-BE" dirty="0"/>
              <a:t>Chaque sprint représentant </a:t>
            </a:r>
            <a:r>
              <a:rPr lang="fr-BE" u="sng" dirty="0"/>
              <a:t>ici</a:t>
            </a:r>
            <a:r>
              <a:rPr lang="fr-BE" dirty="0"/>
              <a:t> une semaine.</a:t>
            </a:r>
          </a:p>
          <a:p>
            <a:pPr lvl="1"/>
            <a:r>
              <a:rPr lang="fr-BE" dirty="0"/>
              <a:t>Chaque sprint affiche un objectif principal.</a:t>
            </a:r>
          </a:p>
          <a:p>
            <a:r>
              <a:rPr lang="fr-BE" dirty="0"/>
              <a:t>Vous devez réaliser les tâches dans l’ordre des Sprints.</a:t>
            </a:r>
          </a:p>
          <a:p>
            <a:r>
              <a:rPr lang="fr-BE" dirty="0"/>
              <a:t>Vous devez réaliser les tâches MUST et SHOULD. Les tâches COULD et WONT peuvent être réalisées si vous êtes en avance. </a:t>
            </a:r>
          </a:p>
          <a:p>
            <a:r>
              <a:rPr lang="fr-BE" dirty="0"/>
              <a:t>Comprenez bien toutes les user stories d’un sprint avant de commencer à coder!!</a:t>
            </a:r>
          </a:p>
        </p:txBody>
      </p:sp>
      <p:sp>
        <p:nvSpPr>
          <p:cNvPr id="5" name="Espace réservé du texte 4">
            <a:extLst>
              <a:ext uri="{FF2B5EF4-FFF2-40B4-BE49-F238E27FC236}">
                <a16:creationId xmlns:a16="http://schemas.microsoft.com/office/drawing/2014/main" id="{10553114-5367-0AB6-C11E-FEB764A8B0C7}"/>
              </a:ext>
            </a:extLst>
          </p:cNvPr>
          <p:cNvSpPr>
            <a:spLocks noGrp="1"/>
          </p:cNvSpPr>
          <p:nvPr>
            <p:ph type="body" sz="quarter" idx="3"/>
          </p:nvPr>
        </p:nvSpPr>
        <p:spPr/>
        <p:txBody>
          <a:bodyPr/>
          <a:lstStyle/>
          <a:p>
            <a:pPr algn="ctr"/>
            <a:r>
              <a:rPr lang="fr-BE" dirty="0" err="1"/>
              <a:t>MoSCoW</a:t>
            </a:r>
            <a:endParaRPr lang="fr-BE" dirty="0"/>
          </a:p>
          <a:p>
            <a:pPr algn="ctr"/>
            <a:endParaRPr lang="fr-BE" dirty="0"/>
          </a:p>
        </p:txBody>
      </p:sp>
      <p:sp>
        <p:nvSpPr>
          <p:cNvPr id="6" name="Espace réservé du contenu 5">
            <a:extLst>
              <a:ext uri="{FF2B5EF4-FFF2-40B4-BE49-F238E27FC236}">
                <a16:creationId xmlns:a16="http://schemas.microsoft.com/office/drawing/2014/main" id="{1F01C633-8932-63EC-BD2E-06BC6C63A5C1}"/>
              </a:ext>
            </a:extLst>
          </p:cNvPr>
          <p:cNvSpPr>
            <a:spLocks noGrp="1"/>
          </p:cNvSpPr>
          <p:nvPr>
            <p:ph sz="quarter" idx="4"/>
          </p:nvPr>
        </p:nvSpPr>
        <p:spPr/>
        <p:txBody>
          <a:bodyPr>
            <a:normAutofit fontScale="47500" lnSpcReduction="20000"/>
          </a:bodyPr>
          <a:lstStyle/>
          <a:p>
            <a:r>
              <a:rPr lang="fr-BE" b="1" dirty="0"/>
              <a:t>Must</a:t>
            </a:r>
            <a:r>
              <a:rPr lang="fr-BE" dirty="0"/>
              <a:t> have (Doit avoir): Tâches essentielles pour le succès du projet. Leur non-réalisation entraînerait l'échec du projet.</a:t>
            </a:r>
          </a:p>
          <a:p>
            <a:r>
              <a:rPr lang="fr-BE" b="1" dirty="0" err="1"/>
              <a:t>Should</a:t>
            </a:r>
            <a:r>
              <a:rPr lang="fr-BE" dirty="0"/>
              <a:t> have (Devrait avoir): Tâches importantes mais pas critiques. Elles devraient être réalisées si possible, mais leur absence ne mettrait pas en péril le projet.</a:t>
            </a:r>
          </a:p>
          <a:p>
            <a:r>
              <a:rPr lang="fr-BE" b="1" dirty="0" err="1"/>
              <a:t>Could</a:t>
            </a:r>
            <a:r>
              <a:rPr lang="fr-BE" dirty="0"/>
              <a:t> have (Pourrait avoir): Tâches qui pourraient être ajoutées si le temps et les ressources le permettent. Leur réalisation n'est pas essentielle, mais pourrait apporter une valeur ajoutée.</a:t>
            </a:r>
          </a:p>
          <a:p>
            <a:r>
              <a:rPr lang="fr-BE" b="1" dirty="0" err="1"/>
              <a:t>Won't</a:t>
            </a:r>
            <a:r>
              <a:rPr lang="fr-BE" dirty="0"/>
              <a:t> have (Ne doit pas avoir): Tâches qui ne seront pas incluses dans le projet actuel, mais pourraient être envisagées pour des versions futures.</a:t>
            </a:r>
          </a:p>
        </p:txBody>
      </p:sp>
    </p:spTree>
    <p:extLst>
      <p:ext uri="{BB962C8B-B14F-4D97-AF65-F5344CB8AC3E}">
        <p14:creationId xmlns:p14="http://schemas.microsoft.com/office/powerpoint/2010/main" val="1886165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5D1736-D637-E5B4-F72D-D1227B7B09E0}"/>
              </a:ext>
            </a:extLst>
          </p:cNvPr>
          <p:cNvSpPr>
            <a:spLocks noGrp="1"/>
          </p:cNvSpPr>
          <p:nvPr>
            <p:ph type="title"/>
          </p:nvPr>
        </p:nvSpPr>
        <p:spPr/>
        <p:txBody>
          <a:bodyPr/>
          <a:lstStyle/>
          <a:p>
            <a:pPr algn="ctr"/>
            <a:r>
              <a:rPr lang="fr-BE" dirty="0"/>
              <a:t>Utilisation de l’IA lors du projet</a:t>
            </a:r>
          </a:p>
        </p:txBody>
      </p:sp>
      <p:sp>
        <p:nvSpPr>
          <p:cNvPr id="6" name="Espace réservé du texte 5">
            <a:extLst>
              <a:ext uri="{FF2B5EF4-FFF2-40B4-BE49-F238E27FC236}">
                <a16:creationId xmlns:a16="http://schemas.microsoft.com/office/drawing/2014/main" id="{C4B3A62D-54C1-3F5B-0611-053FD24A9A67}"/>
              </a:ext>
            </a:extLst>
          </p:cNvPr>
          <p:cNvSpPr>
            <a:spLocks noGrp="1"/>
          </p:cNvSpPr>
          <p:nvPr>
            <p:ph type="body" idx="1"/>
          </p:nvPr>
        </p:nvSpPr>
        <p:spPr/>
        <p:txBody>
          <a:bodyPr/>
          <a:lstStyle/>
          <a:p>
            <a:pPr algn="ctr"/>
            <a:r>
              <a:rPr lang="fr-BE" dirty="0"/>
              <a:t>Pourquoi autoriser l’IA?</a:t>
            </a:r>
          </a:p>
          <a:p>
            <a:pPr algn="ctr"/>
            <a:endParaRPr lang="fr-BE" dirty="0"/>
          </a:p>
        </p:txBody>
      </p:sp>
      <p:sp>
        <p:nvSpPr>
          <p:cNvPr id="4" name="Espace réservé du contenu 3">
            <a:extLst>
              <a:ext uri="{FF2B5EF4-FFF2-40B4-BE49-F238E27FC236}">
                <a16:creationId xmlns:a16="http://schemas.microsoft.com/office/drawing/2014/main" id="{605DB77F-ED4D-AC09-30BD-E87826ADEB02}"/>
              </a:ext>
            </a:extLst>
          </p:cNvPr>
          <p:cNvSpPr>
            <a:spLocks noGrp="1"/>
          </p:cNvSpPr>
          <p:nvPr>
            <p:ph sz="half" idx="2"/>
          </p:nvPr>
        </p:nvSpPr>
        <p:spPr/>
        <p:txBody>
          <a:bodyPr>
            <a:normAutofit fontScale="77500" lnSpcReduction="20000"/>
          </a:bodyPr>
          <a:lstStyle/>
          <a:p>
            <a:r>
              <a:rPr lang="fr-BE" dirty="0"/>
              <a:t>Pros</a:t>
            </a:r>
          </a:p>
          <a:p>
            <a:pPr lvl="1"/>
            <a:r>
              <a:rPr lang="fr-BE" dirty="0"/>
              <a:t>Pour vous aider à gagner du temps sur la syntaxe, la structuration ou les idées.</a:t>
            </a:r>
          </a:p>
          <a:p>
            <a:pPr lvl="1"/>
            <a:r>
              <a:rPr lang="fr-BE" dirty="0"/>
              <a:t>Pour vous inspirer, vous débloquer et améliorer votre code.</a:t>
            </a:r>
          </a:p>
          <a:p>
            <a:r>
              <a:rPr lang="fr-BE" dirty="0"/>
              <a:t>Cons</a:t>
            </a:r>
          </a:p>
          <a:p>
            <a:pPr lvl="1"/>
            <a:r>
              <a:rPr lang="fr-BE" dirty="0"/>
              <a:t>L’IA ne remplace pas la compréhension ! Il est crucial que vous compreniez chaque ligne que vous utilisez.</a:t>
            </a:r>
          </a:p>
          <a:p>
            <a:pPr lvl="1"/>
            <a:r>
              <a:rPr lang="fr-BE" dirty="0"/>
              <a:t>Copier-coller sans analyser vous empêche de progresser.</a:t>
            </a:r>
          </a:p>
          <a:p>
            <a:pPr lvl="1"/>
            <a:r>
              <a:rPr lang="fr-BE" b="1" dirty="0"/>
              <a:t>Vous ne bénéficierez pas de tels outils lors de l’examen.</a:t>
            </a:r>
          </a:p>
        </p:txBody>
      </p:sp>
      <p:sp>
        <p:nvSpPr>
          <p:cNvPr id="7" name="Espace réservé du texte 6">
            <a:extLst>
              <a:ext uri="{FF2B5EF4-FFF2-40B4-BE49-F238E27FC236}">
                <a16:creationId xmlns:a16="http://schemas.microsoft.com/office/drawing/2014/main" id="{D49A4DED-9CD8-A94D-5254-98C1374E797C}"/>
              </a:ext>
            </a:extLst>
          </p:cNvPr>
          <p:cNvSpPr>
            <a:spLocks noGrp="1"/>
          </p:cNvSpPr>
          <p:nvPr>
            <p:ph type="body" sz="quarter" idx="3"/>
          </p:nvPr>
        </p:nvSpPr>
        <p:spPr/>
        <p:txBody>
          <a:bodyPr/>
          <a:lstStyle/>
          <a:p>
            <a:pPr algn="ctr"/>
            <a:r>
              <a:rPr lang="fr-BE" dirty="0"/>
              <a:t>Nos attentes</a:t>
            </a:r>
          </a:p>
          <a:p>
            <a:pPr algn="ctr"/>
            <a:endParaRPr lang="fr-BE" dirty="0"/>
          </a:p>
        </p:txBody>
      </p:sp>
      <p:sp>
        <p:nvSpPr>
          <p:cNvPr id="5" name="Espace réservé du contenu 4">
            <a:extLst>
              <a:ext uri="{FF2B5EF4-FFF2-40B4-BE49-F238E27FC236}">
                <a16:creationId xmlns:a16="http://schemas.microsoft.com/office/drawing/2014/main" id="{7983605C-515F-2051-B8F6-C72527AF9A26}"/>
              </a:ext>
            </a:extLst>
          </p:cNvPr>
          <p:cNvSpPr>
            <a:spLocks noGrp="1"/>
          </p:cNvSpPr>
          <p:nvPr>
            <p:ph sz="quarter" idx="4"/>
          </p:nvPr>
        </p:nvSpPr>
        <p:spPr/>
        <p:txBody>
          <a:bodyPr>
            <a:normAutofit fontScale="77500" lnSpcReduction="20000"/>
          </a:bodyPr>
          <a:lstStyle/>
          <a:p>
            <a:r>
              <a:rPr lang="fr-BE" dirty="0"/>
              <a:t>Utilisez l’IA comme un outil d’aide, pas comme un “copier-coller” automatique.</a:t>
            </a:r>
          </a:p>
          <a:p>
            <a:r>
              <a:rPr lang="fr-BE" dirty="0"/>
              <a:t>Après chaque utilisation, prenez le temps d’étudier le code généré, testez-le, modifiez-le pour l’adapter.</a:t>
            </a:r>
          </a:p>
          <a:p>
            <a:r>
              <a:rPr lang="fr-BE" dirty="0"/>
              <a:t>Posez des questions et expérimentez par vous-même pour vraiment assimiler la matière.</a:t>
            </a:r>
          </a:p>
          <a:p>
            <a:r>
              <a:rPr lang="fr-BE" dirty="0"/>
              <a:t>En cas de doute, demandez conseil ou échangez avec vos pairs / enseignants.</a:t>
            </a:r>
          </a:p>
          <a:p>
            <a:r>
              <a:rPr lang="fr-BE" b="1" dirty="0"/>
              <a:t>Soyez capable de reproduire ce code par vous-même, sans l’aide de l’IA.</a:t>
            </a:r>
          </a:p>
        </p:txBody>
      </p:sp>
    </p:spTree>
    <p:extLst>
      <p:ext uri="{BB962C8B-B14F-4D97-AF65-F5344CB8AC3E}">
        <p14:creationId xmlns:p14="http://schemas.microsoft.com/office/powerpoint/2010/main" val="1477353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7AE37E-C212-D35A-0CCA-87F70D9F1757}"/>
              </a:ext>
            </a:extLst>
          </p:cNvPr>
          <p:cNvSpPr>
            <a:spLocks noGrp="1"/>
          </p:cNvSpPr>
          <p:nvPr>
            <p:ph type="title"/>
          </p:nvPr>
        </p:nvSpPr>
        <p:spPr/>
        <p:txBody>
          <a:bodyPr>
            <a:normAutofit/>
          </a:bodyPr>
          <a:lstStyle/>
          <a:p>
            <a:r>
              <a:rPr lang="fr-BE" dirty="0"/>
              <a:t>Cours 1 – Aucun sprint </a:t>
            </a:r>
            <a:br>
              <a:rPr lang="fr-BE" dirty="0"/>
            </a:br>
            <a:r>
              <a:rPr lang="fr-BE" dirty="0"/>
              <a:t>Révisions</a:t>
            </a:r>
          </a:p>
        </p:txBody>
      </p:sp>
      <p:sp>
        <p:nvSpPr>
          <p:cNvPr id="3" name="Sous-titre 2">
            <a:extLst>
              <a:ext uri="{FF2B5EF4-FFF2-40B4-BE49-F238E27FC236}">
                <a16:creationId xmlns:a16="http://schemas.microsoft.com/office/drawing/2014/main" id="{814BC55B-E9BF-6445-8877-F9DEA7B67EBD}"/>
              </a:ext>
            </a:extLst>
          </p:cNvPr>
          <p:cNvSpPr>
            <a:spLocks noGrp="1"/>
          </p:cNvSpPr>
          <p:nvPr>
            <p:ph type="body" idx="1"/>
          </p:nvPr>
        </p:nvSpPr>
        <p:spPr/>
        <p:txBody>
          <a:bodyPr/>
          <a:lstStyle/>
          <a:p>
            <a:r>
              <a:rPr lang="fr-BE" dirty="0"/>
              <a:t>HTML/CSS, PHP, MySQL</a:t>
            </a:r>
          </a:p>
        </p:txBody>
      </p:sp>
    </p:spTree>
    <p:extLst>
      <p:ext uri="{BB962C8B-B14F-4D97-AF65-F5344CB8AC3E}">
        <p14:creationId xmlns:p14="http://schemas.microsoft.com/office/powerpoint/2010/main" val="3922266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20892-6830-A1A0-4A79-728F86514E2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C708E8-7EA3-18D2-7702-FBB7F82152A5}"/>
              </a:ext>
            </a:extLst>
          </p:cNvPr>
          <p:cNvSpPr>
            <a:spLocks noGrp="1"/>
          </p:cNvSpPr>
          <p:nvPr>
            <p:ph type="title"/>
          </p:nvPr>
        </p:nvSpPr>
        <p:spPr/>
        <p:txBody>
          <a:bodyPr>
            <a:normAutofit/>
          </a:bodyPr>
          <a:lstStyle/>
          <a:p>
            <a:r>
              <a:rPr lang="fr-BE" dirty="0"/>
              <a:t>Cours 2 - Sprint 0 </a:t>
            </a:r>
            <a:br>
              <a:rPr lang="fr-BE" dirty="0"/>
            </a:br>
            <a:r>
              <a:rPr lang="fr-BE" dirty="0"/>
              <a:t>Conception DB</a:t>
            </a:r>
          </a:p>
        </p:txBody>
      </p:sp>
      <p:sp>
        <p:nvSpPr>
          <p:cNvPr id="3" name="Sous-titre 2">
            <a:extLst>
              <a:ext uri="{FF2B5EF4-FFF2-40B4-BE49-F238E27FC236}">
                <a16:creationId xmlns:a16="http://schemas.microsoft.com/office/drawing/2014/main" id="{87567FB5-2214-7CDD-A535-B497DC1D4B7C}"/>
              </a:ext>
            </a:extLst>
          </p:cNvPr>
          <p:cNvSpPr>
            <a:spLocks noGrp="1"/>
          </p:cNvSpPr>
          <p:nvPr>
            <p:ph type="body" idx="1"/>
          </p:nvPr>
        </p:nvSpPr>
        <p:spPr/>
        <p:txBody>
          <a:bodyPr/>
          <a:lstStyle/>
          <a:p>
            <a:r>
              <a:rPr lang="fr-BE" dirty="0"/>
              <a:t>Création des données, MySQL</a:t>
            </a:r>
          </a:p>
        </p:txBody>
      </p:sp>
      <p:sp>
        <p:nvSpPr>
          <p:cNvPr id="4" name="Bande diagonale 3">
            <a:extLst>
              <a:ext uri="{FF2B5EF4-FFF2-40B4-BE49-F238E27FC236}">
                <a16:creationId xmlns:a16="http://schemas.microsoft.com/office/drawing/2014/main" id="{49310C50-E75D-D423-004B-2B80AFB12EBE}"/>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8</a:t>
            </a:r>
          </a:p>
        </p:txBody>
      </p:sp>
    </p:spTree>
    <p:extLst>
      <p:ext uri="{BB962C8B-B14F-4D97-AF65-F5344CB8AC3E}">
        <p14:creationId xmlns:p14="http://schemas.microsoft.com/office/powerpoint/2010/main" val="286292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C82915-6E44-A876-3D13-8F2BC6AAF6C8}"/>
              </a:ext>
            </a:extLst>
          </p:cNvPr>
          <p:cNvSpPr>
            <a:spLocks noGrp="1"/>
          </p:cNvSpPr>
          <p:nvPr>
            <p:ph type="title"/>
          </p:nvPr>
        </p:nvSpPr>
        <p:spPr/>
        <p:txBody>
          <a:bodyPr/>
          <a:lstStyle/>
          <a:p>
            <a:pPr algn="ctr"/>
            <a:r>
              <a:rPr lang="fr-BE" dirty="0"/>
              <a:t>Concevoir le schéma et ajouter des données </a:t>
            </a:r>
          </a:p>
        </p:txBody>
      </p:sp>
      <p:sp>
        <p:nvSpPr>
          <p:cNvPr id="4" name="Espace réservé du texte 3">
            <a:extLst>
              <a:ext uri="{FF2B5EF4-FFF2-40B4-BE49-F238E27FC236}">
                <a16:creationId xmlns:a16="http://schemas.microsoft.com/office/drawing/2014/main" id="{8AD5D196-D4CA-DE70-BEAD-C9A912E6DCE2}"/>
              </a:ext>
            </a:extLst>
          </p:cNvPr>
          <p:cNvSpPr>
            <a:spLocks noGrp="1"/>
          </p:cNvSpPr>
          <p:nvPr>
            <p:ph type="body" idx="1"/>
          </p:nvPr>
        </p:nvSpPr>
        <p:spPr/>
        <p:txBody>
          <a:bodyPr/>
          <a:lstStyle/>
          <a:p>
            <a:pPr algn="ctr"/>
            <a:r>
              <a:rPr lang="fr-BE" dirty="0"/>
              <a:t>Aperçu des données</a:t>
            </a:r>
          </a:p>
          <a:p>
            <a:pPr algn="ctr"/>
            <a:endParaRPr lang="fr-BE" dirty="0"/>
          </a:p>
        </p:txBody>
      </p:sp>
      <p:sp>
        <p:nvSpPr>
          <p:cNvPr id="3" name="Espace réservé du contenu 2">
            <a:extLst>
              <a:ext uri="{FF2B5EF4-FFF2-40B4-BE49-F238E27FC236}">
                <a16:creationId xmlns:a16="http://schemas.microsoft.com/office/drawing/2014/main" id="{EFA7F2D2-F514-018C-EDB2-882B1A0B4CAD}"/>
              </a:ext>
            </a:extLst>
          </p:cNvPr>
          <p:cNvSpPr>
            <a:spLocks noGrp="1"/>
          </p:cNvSpPr>
          <p:nvPr>
            <p:ph sz="half" idx="2"/>
          </p:nvPr>
        </p:nvSpPr>
        <p:spPr/>
        <p:txBody>
          <a:bodyPr>
            <a:normAutofit fontScale="40000" lnSpcReduction="20000"/>
          </a:bodyPr>
          <a:lstStyle/>
          <a:p>
            <a:r>
              <a:rPr lang="fr-BE" dirty="0"/>
              <a:t>Produit:</a:t>
            </a:r>
          </a:p>
          <a:p>
            <a:pPr lvl="1"/>
            <a:r>
              <a:rPr lang="fr-BE" dirty="0"/>
              <a:t>Nom commercial</a:t>
            </a:r>
          </a:p>
          <a:p>
            <a:pPr lvl="1"/>
            <a:r>
              <a:rPr lang="fr-BE" dirty="0"/>
              <a:t>Description courte</a:t>
            </a:r>
          </a:p>
          <a:p>
            <a:pPr lvl="1"/>
            <a:r>
              <a:rPr lang="fr-BE" dirty="0"/>
              <a:t>Description longue</a:t>
            </a:r>
          </a:p>
          <a:p>
            <a:pPr lvl="1"/>
            <a:r>
              <a:rPr lang="fr-BE" dirty="0"/>
              <a:t>Prix HTVA en euros</a:t>
            </a:r>
          </a:p>
          <a:p>
            <a:pPr lvl="1"/>
            <a:r>
              <a:rPr lang="fr-BE" dirty="0"/>
              <a:t>Date d’enregistrement</a:t>
            </a:r>
          </a:p>
          <a:p>
            <a:pPr lvl="1"/>
            <a:r>
              <a:rPr lang="fr-BE" dirty="0"/>
              <a:t>Statut de disponibilité à la vente</a:t>
            </a:r>
          </a:p>
          <a:p>
            <a:pPr lvl="1"/>
            <a:r>
              <a:rPr lang="fr-BE" dirty="0"/>
              <a:t>Stock</a:t>
            </a:r>
          </a:p>
          <a:p>
            <a:pPr lvl="1"/>
            <a:r>
              <a:rPr lang="fr-BE" dirty="0"/>
              <a:t>Priorité de vente (ordre d’affichage par défaut)</a:t>
            </a:r>
          </a:p>
          <a:p>
            <a:pPr lvl="1"/>
            <a:r>
              <a:rPr lang="fr-BE" dirty="0"/>
              <a:t>Aucune, une ou plusieurs catégories</a:t>
            </a:r>
          </a:p>
          <a:p>
            <a:pPr lvl="1"/>
            <a:r>
              <a:rPr lang="fr-BE" dirty="0"/>
              <a:t>Une image principale (ou, pour les motivés, plusieurs images)</a:t>
            </a:r>
          </a:p>
          <a:p>
            <a:r>
              <a:rPr lang="fr-BE" dirty="0"/>
              <a:t>Commande:</a:t>
            </a:r>
          </a:p>
          <a:p>
            <a:pPr lvl="1"/>
            <a:r>
              <a:rPr lang="fr-BE" dirty="0"/>
              <a:t>Date de création</a:t>
            </a:r>
          </a:p>
          <a:p>
            <a:pPr lvl="1"/>
            <a:r>
              <a:rPr lang="fr-BE" dirty="0"/>
              <a:t>Liste des produits commandés</a:t>
            </a:r>
          </a:p>
          <a:p>
            <a:pPr lvl="1"/>
            <a:r>
              <a:rPr lang="fr-BE" dirty="0"/>
              <a:t>Pour chaque produit commandé: quantité</a:t>
            </a:r>
          </a:p>
          <a:p>
            <a:pPr lvl="1"/>
            <a:r>
              <a:rPr lang="fr-BE" dirty="0"/>
              <a:t>Nombre d’articles au total</a:t>
            </a:r>
          </a:p>
          <a:p>
            <a:pPr lvl="1"/>
            <a:r>
              <a:rPr lang="fr-BE" dirty="0"/>
              <a:t>Total à payer HTVA en euros</a:t>
            </a:r>
          </a:p>
          <a:p>
            <a:pPr lvl="1"/>
            <a:r>
              <a:rPr lang="fr-BE" dirty="0"/>
              <a:t>Total à payer TVAC en euros</a:t>
            </a:r>
          </a:p>
          <a:p>
            <a:pPr lvl="1"/>
            <a:r>
              <a:rPr lang="fr-BE" dirty="0"/>
              <a:t>Adresse postale de livraison</a:t>
            </a:r>
          </a:p>
          <a:p>
            <a:pPr lvl="1"/>
            <a:r>
              <a:rPr lang="fr-BE" dirty="0"/>
              <a:t>Email de contact</a:t>
            </a:r>
          </a:p>
          <a:p>
            <a:endParaRPr lang="fr-BE" dirty="0"/>
          </a:p>
        </p:txBody>
      </p:sp>
      <p:sp>
        <p:nvSpPr>
          <p:cNvPr id="5" name="Espace réservé du texte 4">
            <a:extLst>
              <a:ext uri="{FF2B5EF4-FFF2-40B4-BE49-F238E27FC236}">
                <a16:creationId xmlns:a16="http://schemas.microsoft.com/office/drawing/2014/main" id="{92DBFEFF-2DCC-A6E0-88DA-6C74B84F58AD}"/>
              </a:ext>
            </a:extLst>
          </p:cNvPr>
          <p:cNvSpPr>
            <a:spLocks noGrp="1"/>
          </p:cNvSpPr>
          <p:nvPr>
            <p:ph type="body" sz="quarter" idx="3"/>
          </p:nvPr>
        </p:nvSpPr>
        <p:spPr/>
        <p:txBody>
          <a:bodyPr/>
          <a:lstStyle/>
          <a:p>
            <a:pPr algn="ctr"/>
            <a:r>
              <a:rPr lang="fr-BE" dirty="0"/>
              <a:t>Conseils techniques</a:t>
            </a:r>
          </a:p>
          <a:p>
            <a:pPr algn="ctr"/>
            <a:endParaRPr lang="fr-BE" dirty="0"/>
          </a:p>
        </p:txBody>
      </p:sp>
      <p:sp>
        <p:nvSpPr>
          <p:cNvPr id="6" name="Espace réservé du contenu 5">
            <a:extLst>
              <a:ext uri="{FF2B5EF4-FFF2-40B4-BE49-F238E27FC236}">
                <a16:creationId xmlns:a16="http://schemas.microsoft.com/office/drawing/2014/main" id="{49004722-9010-3B82-D1FD-46D850B86AF4}"/>
              </a:ext>
            </a:extLst>
          </p:cNvPr>
          <p:cNvSpPr>
            <a:spLocks noGrp="1"/>
          </p:cNvSpPr>
          <p:nvPr>
            <p:ph sz="quarter" idx="4"/>
          </p:nvPr>
        </p:nvSpPr>
        <p:spPr/>
        <p:txBody>
          <a:bodyPr>
            <a:normAutofit fontScale="40000" lnSpcReduction="20000"/>
          </a:bodyPr>
          <a:lstStyle/>
          <a:p>
            <a:r>
              <a:rPr lang="fr-BE" dirty="0"/>
              <a:t>Modélisez d’abord la DB sur papier et faites valider le résultat par le prof.</a:t>
            </a:r>
          </a:p>
          <a:p>
            <a:r>
              <a:rPr lang="fr-BE" dirty="0"/>
              <a:t>Créez le </a:t>
            </a:r>
            <a:r>
              <a:rPr lang="fr-BE"/>
              <a:t>schéma MySQL </a:t>
            </a:r>
            <a:r>
              <a:rPr lang="fr-BE" dirty="0"/>
              <a:t>à l’aide de PHPMyAdmin.</a:t>
            </a:r>
          </a:p>
          <a:p>
            <a:r>
              <a:rPr lang="fr-BE" dirty="0"/>
              <a:t>Attention aux détails techniques:</a:t>
            </a:r>
          </a:p>
          <a:p>
            <a:pPr lvl="1"/>
            <a:r>
              <a:rPr lang="fr-BE" dirty="0"/>
              <a:t>Typage des colonnes</a:t>
            </a:r>
          </a:p>
          <a:p>
            <a:pPr lvl="1"/>
            <a:r>
              <a:rPr lang="fr-BE" dirty="0"/>
              <a:t>Clés/index/unique</a:t>
            </a:r>
          </a:p>
          <a:p>
            <a:pPr lvl="1"/>
            <a:r>
              <a:rPr lang="fr-BE" dirty="0"/>
              <a:t>Colonnes NOT NULL (NULL par défaut)</a:t>
            </a:r>
          </a:p>
          <a:p>
            <a:r>
              <a:rPr lang="fr-BE" dirty="0"/>
              <a:t>Rajoutez au moins 6 produits et 3 catégories à l’aide de PHPMyAdmin.</a:t>
            </a:r>
          </a:p>
          <a:p>
            <a:r>
              <a:rPr lang="fr-BE" dirty="0"/>
              <a:t>Exportez un fichier </a:t>
            </a:r>
            <a:r>
              <a:rPr lang="fr-BE" dirty="0" err="1"/>
              <a:t>dumpsql</a:t>
            </a:r>
            <a:r>
              <a:rPr lang="fr-BE" dirty="0"/>
              <a:t> et conservez ce fichier comme backup.</a:t>
            </a:r>
          </a:p>
          <a:p>
            <a:endParaRPr lang="fr-BE" dirty="0"/>
          </a:p>
          <a:p>
            <a:endParaRPr lang="fr-BE" dirty="0"/>
          </a:p>
        </p:txBody>
      </p:sp>
      <p:sp>
        <p:nvSpPr>
          <p:cNvPr id="9" name="Bande diagonale 8">
            <a:extLst>
              <a:ext uri="{FF2B5EF4-FFF2-40B4-BE49-F238E27FC236}">
                <a16:creationId xmlns:a16="http://schemas.microsoft.com/office/drawing/2014/main" id="{6126346C-86A4-CE47-4C05-3D57C38DAC00}"/>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7" name="Bande diagonale 6">
            <a:extLst>
              <a:ext uri="{FF2B5EF4-FFF2-40B4-BE49-F238E27FC236}">
                <a16:creationId xmlns:a16="http://schemas.microsoft.com/office/drawing/2014/main" id="{7DFEDB39-15A8-7233-76D9-9AC93221F088}"/>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8</a:t>
            </a:r>
          </a:p>
        </p:txBody>
      </p:sp>
    </p:spTree>
    <p:extLst>
      <p:ext uri="{BB962C8B-B14F-4D97-AF65-F5344CB8AC3E}">
        <p14:creationId xmlns:p14="http://schemas.microsoft.com/office/powerpoint/2010/main" val="1684922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7277F-8284-D389-4733-FE9975D6851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AE892E3-8438-1F77-853C-1DF81E77FFBD}"/>
              </a:ext>
            </a:extLst>
          </p:cNvPr>
          <p:cNvSpPr>
            <a:spLocks noGrp="1"/>
          </p:cNvSpPr>
          <p:nvPr>
            <p:ph type="title"/>
          </p:nvPr>
        </p:nvSpPr>
        <p:spPr/>
        <p:txBody>
          <a:bodyPr/>
          <a:lstStyle/>
          <a:p>
            <a:r>
              <a:rPr lang="fr-BE" dirty="0"/>
              <a:t>Cours 3 - Sprint 1</a:t>
            </a:r>
            <a:br>
              <a:rPr lang="fr-BE" dirty="0"/>
            </a:br>
            <a:r>
              <a:rPr lang="fr-BE" dirty="0"/>
              <a:t>Pages produits statiques</a:t>
            </a:r>
          </a:p>
        </p:txBody>
      </p:sp>
      <p:sp>
        <p:nvSpPr>
          <p:cNvPr id="3" name="Sous-titre 2">
            <a:extLst>
              <a:ext uri="{FF2B5EF4-FFF2-40B4-BE49-F238E27FC236}">
                <a16:creationId xmlns:a16="http://schemas.microsoft.com/office/drawing/2014/main" id="{F97B4DE5-F0FA-ECD6-426D-1AC83FC42218}"/>
              </a:ext>
            </a:extLst>
          </p:cNvPr>
          <p:cNvSpPr>
            <a:spLocks noGrp="1"/>
          </p:cNvSpPr>
          <p:nvPr>
            <p:ph type="body" idx="1"/>
          </p:nvPr>
        </p:nvSpPr>
        <p:spPr/>
        <p:txBody>
          <a:bodyPr/>
          <a:lstStyle/>
          <a:p>
            <a:r>
              <a:rPr lang="fr-BE" dirty="0"/>
              <a:t>Découpage HTML/CSS</a:t>
            </a:r>
          </a:p>
          <a:p>
            <a:r>
              <a:rPr lang="fr-BE" dirty="0"/>
              <a:t>PHP </a:t>
            </a:r>
            <a:r>
              <a:rPr lang="fr-BE" dirty="0" err="1"/>
              <a:t>include</a:t>
            </a:r>
            <a:r>
              <a:rPr lang="fr-BE" dirty="0"/>
              <a:t>/</a:t>
            </a:r>
            <a:r>
              <a:rPr lang="fr-BE" dirty="0" err="1"/>
              <a:t>require</a:t>
            </a:r>
            <a:endParaRPr lang="fr-BE" dirty="0"/>
          </a:p>
        </p:txBody>
      </p:sp>
      <p:sp>
        <p:nvSpPr>
          <p:cNvPr id="4" name="Bande diagonale 3">
            <a:extLst>
              <a:ext uri="{FF2B5EF4-FFF2-40B4-BE49-F238E27FC236}">
                <a16:creationId xmlns:a16="http://schemas.microsoft.com/office/drawing/2014/main" id="{B8ECC7F1-AE5A-3321-4613-1B3A00D2B7AA}"/>
              </a:ext>
            </a:extLst>
          </p:cNvPr>
          <p:cNvSpPr/>
          <p:nvPr/>
        </p:nvSpPr>
        <p:spPr>
          <a:xfrm rot="5400000">
            <a:off x="10243066" y="63794"/>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10</a:t>
            </a:r>
          </a:p>
        </p:txBody>
      </p:sp>
    </p:spTree>
    <p:extLst>
      <p:ext uri="{BB962C8B-B14F-4D97-AF65-F5344CB8AC3E}">
        <p14:creationId xmlns:p14="http://schemas.microsoft.com/office/powerpoint/2010/main" val="774553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B2F66-AA9C-DC54-949E-BDB794B0B5BD}"/>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D48A37CA-C2C0-6733-8295-008FC6A70C31}"/>
              </a:ext>
            </a:extLst>
          </p:cNvPr>
          <p:cNvSpPr>
            <a:spLocks noGrp="1"/>
          </p:cNvSpPr>
          <p:nvPr>
            <p:ph type="title"/>
          </p:nvPr>
        </p:nvSpPr>
        <p:spPr/>
        <p:txBody>
          <a:bodyPr/>
          <a:lstStyle/>
          <a:p>
            <a:pPr algn="ctr"/>
            <a:r>
              <a:rPr lang="fr-BE" dirty="0"/>
              <a:t>Fiche statique d’un produit</a:t>
            </a:r>
          </a:p>
        </p:txBody>
      </p:sp>
      <p:sp>
        <p:nvSpPr>
          <p:cNvPr id="5" name="Espace réservé du texte 4">
            <a:extLst>
              <a:ext uri="{FF2B5EF4-FFF2-40B4-BE49-F238E27FC236}">
                <a16:creationId xmlns:a16="http://schemas.microsoft.com/office/drawing/2014/main" id="{61570A31-AA1A-8EC9-95F1-274660711843}"/>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A9FB4F08-922C-071F-AA73-4AF03F19A813}"/>
              </a:ext>
            </a:extLst>
          </p:cNvPr>
          <p:cNvSpPr>
            <a:spLocks noGrp="1"/>
          </p:cNvSpPr>
          <p:nvPr>
            <p:ph sz="half" idx="2"/>
          </p:nvPr>
        </p:nvSpPr>
        <p:spPr>
          <a:xfrm>
            <a:off x="839788" y="3584067"/>
            <a:ext cx="5157787" cy="2605596"/>
          </a:xfrm>
        </p:spPr>
        <p:txBody>
          <a:bodyPr>
            <a:normAutofit fontScale="47500" lnSpcReduction="20000"/>
          </a:bodyPr>
          <a:lstStyle/>
          <a:p>
            <a:r>
              <a:rPr lang="fr-BE" dirty="0"/>
              <a:t>La page « produit » est accessible via une URL dédiée (ex: /</a:t>
            </a:r>
            <a:r>
              <a:rPr lang="fr-BE" dirty="0" err="1"/>
              <a:t>product.php</a:t>
            </a:r>
            <a:r>
              <a:rPr lang="fr-BE" dirty="0"/>
              <a:t>).</a:t>
            </a:r>
          </a:p>
          <a:p>
            <a:r>
              <a:rPr lang="fr-BE" dirty="0"/>
              <a:t>La page affiche de manière statique les informations d’un produit:</a:t>
            </a:r>
          </a:p>
          <a:p>
            <a:pPr lvl="1"/>
            <a:r>
              <a:rPr lang="fr-BE" dirty="0"/>
              <a:t>nom de produit</a:t>
            </a:r>
          </a:p>
          <a:p>
            <a:pPr lvl="1"/>
            <a:r>
              <a:rPr lang="fr-BE" dirty="0"/>
              <a:t>description courte</a:t>
            </a:r>
          </a:p>
          <a:p>
            <a:pPr lvl="1"/>
            <a:r>
              <a:rPr lang="fr-BE" dirty="0"/>
              <a:t>description détaillée</a:t>
            </a:r>
          </a:p>
          <a:p>
            <a:pPr lvl="1"/>
            <a:r>
              <a:rPr lang="fr-BE" dirty="0"/>
              <a:t>Prix HTVA</a:t>
            </a:r>
          </a:p>
          <a:p>
            <a:pPr lvl="1"/>
            <a:r>
              <a:rPr lang="fr-BE" dirty="0"/>
              <a:t>Prix TVAC</a:t>
            </a:r>
          </a:p>
          <a:p>
            <a:pPr lvl="1"/>
            <a:r>
              <a:rPr lang="fr-BE" dirty="0"/>
              <a:t>image(s)</a:t>
            </a:r>
          </a:p>
          <a:p>
            <a:pPr lvl="1"/>
            <a:r>
              <a:rPr lang="fr-BE" dirty="0"/>
              <a:t>stock</a:t>
            </a:r>
          </a:p>
          <a:p>
            <a:r>
              <a:rPr lang="fr-BE" dirty="0"/>
              <a:t>Le code HTML est valide et respecte les bonnes pratiques (W3C </a:t>
            </a:r>
            <a:r>
              <a:rPr lang="fr-BE" dirty="0" err="1"/>
              <a:t>validator</a:t>
            </a:r>
            <a:r>
              <a:rPr lang="fr-BE" dirty="0"/>
              <a:t>, balises sémantiques, alt sur images, ...).</a:t>
            </a:r>
          </a:p>
        </p:txBody>
      </p:sp>
      <p:sp>
        <p:nvSpPr>
          <p:cNvPr id="7" name="Espace réservé du texte 6">
            <a:extLst>
              <a:ext uri="{FF2B5EF4-FFF2-40B4-BE49-F238E27FC236}">
                <a16:creationId xmlns:a16="http://schemas.microsoft.com/office/drawing/2014/main" id="{018D72A4-0026-8944-C15B-2793AD1C281B}"/>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9CFB792F-F4E7-6AB6-289D-CC4FF97D3DF0}"/>
              </a:ext>
            </a:extLst>
          </p:cNvPr>
          <p:cNvSpPr>
            <a:spLocks noGrp="1"/>
          </p:cNvSpPr>
          <p:nvPr>
            <p:ph sz="quarter" idx="4"/>
          </p:nvPr>
        </p:nvSpPr>
        <p:spPr>
          <a:xfrm>
            <a:off x="6172200" y="3574923"/>
            <a:ext cx="5183188" cy="2614740"/>
          </a:xfrm>
        </p:spPr>
        <p:txBody>
          <a:bodyPr>
            <a:normAutofit fontScale="47500" lnSpcReduction="20000"/>
          </a:bodyPr>
          <a:lstStyle/>
          <a:p>
            <a:r>
              <a:rPr lang="fr-BE" dirty="0"/>
              <a:t>Il s’agit d’une simple intégration HTML/CSS. Les données sont donc statiques, càd qu’on ne va pas les rechercher en DB.</a:t>
            </a:r>
          </a:p>
          <a:p>
            <a:r>
              <a:rPr lang="fr-BE" dirty="0"/>
              <a:t>L’affichage doit être clair, mais peut rester basique.</a:t>
            </a:r>
          </a:p>
        </p:txBody>
      </p:sp>
      <p:sp>
        <p:nvSpPr>
          <p:cNvPr id="10" name="ZoneTexte 9">
            <a:extLst>
              <a:ext uri="{FF2B5EF4-FFF2-40B4-BE49-F238E27FC236}">
                <a16:creationId xmlns:a16="http://schemas.microsoft.com/office/drawing/2014/main" id="{6042E1FA-042C-70B7-D5A7-B390D5F5CDC0}"/>
              </a:ext>
            </a:extLst>
          </p:cNvPr>
          <p:cNvSpPr txBox="1"/>
          <p:nvPr/>
        </p:nvSpPr>
        <p:spPr>
          <a:xfrm>
            <a:off x="836612" y="1690688"/>
            <a:ext cx="10515600" cy="830997"/>
          </a:xfrm>
          <a:prstGeom prst="rect">
            <a:avLst/>
          </a:prstGeom>
          <a:noFill/>
        </p:spPr>
        <p:txBody>
          <a:bodyPr wrap="square" rtlCol="0">
            <a:spAutoFit/>
          </a:bodyPr>
          <a:lstStyle/>
          <a:p>
            <a:pPr algn="ctr"/>
            <a:r>
              <a:rPr lang="fr-BE" sz="2400" b="1" dirty="0"/>
              <a:t>En tant que visiteur,  je veux voir une page « produit » de manière statique, afin de visualiser les informations détaillées d’un produit.</a:t>
            </a:r>
          </a:p>
        </p:txBody>
      </p:sp>
      <p:sp>
        <p:nvSpPr>
          <p:cNvPr id="11" name="Bande diagonale 10">
            <a:extLst>
              <a:ext uri="{FF2B5EF4-FFF2-40B4-BE49-F238E27FC236}">
                <a16:creationId xmlns:a16="http://schemas.microsoft.com/office/drawing/2014/main" id="{3F369F2D-F320-DC01-709E-72026EA77F3A}"/>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2" name="Bande diagonale 1">
            <a:extLst>
              <a:ext uri="{FF2B5EF4-FFF2-40B4-BE49-F238E27FC236}">
                <a16:creationId xmlns:a16="http://schemas.microsoft.com/office/drawing/2014/main" id="{80AC943F-F6F0-E396-CF2D-E45E101C5DA2}"/>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5</a:t>
            </a:r>
          </a:p>
        </p:txBody>
      </p:sp>
    </p:spTree>
    <p:extLst>
      <p:ext uri="{BB962C8B-B14F-4D97-AF65-F5344CB8AC3E}">
        <p14:creationId xmlns:p14="http://schemas.microsoft.com/office/powerpoint/2010/main" val="2844458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EE1480F-4C3E-9B1A-0BCF-34EB4BB9B73A}"/>
              </a:ext>
            </a:extLst>
          </p:cNvPr>
          <p:cNvSpPr>
            <a:spLocks noGrp="1"/>
          </p:cNvSpPr>
          <p:nvPr>
            <p:ph type="title"/>
          </p:nvPr>
        </p:nvSpPr>
        <p:spPr/>
        <p:txBody>
          <a:bodyPr/>
          <a:lstStyle/>
          <a:p>
            <a:pPr algn="ctr"/>
            <a:r>
              <a:rPr lang="fr-BE" dirty="0"/>
              <a:t>Liste statique des produits</a:t>
            </a:r>
          </a:p>
        </p:txBody>
      </p:sp>
      <p:sp>
        <p:nvSpPr>
          <p:cNvPr id="5" name="Espace réservé du texte 4">
            <a:extLst>
              <a:ext uri="{FF2B5EF4-FFF2-40B4-BE49-F238E27FC236}">
                <a16:creationId xmlns:a16="http://schemas.microsoft.com/office/drawing/2014/main" id="{5E9AD597-70D2-5F30-0216-B23C723753BE}"/>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972AD491-E9AD-0682-898C-20EBDC4576FD}"/>
              </a:ext>
            </a:extLst>
          </p:cNvPr>
          <p:cNvSpPr>
            <a:spLocks noGrp="1"/>
          </p:cNvSpPr>
          <p:nvPr>
            <p:ph sz="half" idx="2"/>
          </p:nvPr>
        </p:nvSpPr>
        <p:spPr>
          <a:xfrm>
            <a:off x="839788" y="3584067"/>
            <a:ext cx="5157787" cy="2605596"/>
          </a:xfrm>
        </p:spPr>
        <p:txBody>
          <a:bodyPr>
            <a:normAutofit fontScale="47500" lnSpcReduction="20000"/>
          </a:bodyPr>
          <a:lstStyle/>
          <a:p>
            <a:r>
              <a:rPr lang="fr-BE" dirty="0"/>
              <a:t>La page « produits » est accessible via une URL dédiée (ex: /</a:t>
            </a:r>
            <a:r>
              <a:rPr lang="fr-BE" dirty="0" err="1"/>
              <a:t>products.php</a:t>
            </a:r>
            <a:r>
              <a:rPr lang="fr-BE" dirty="0"/>
              <a:t>). </a:t>
            </a:r>
          </a:p>
          <a:p>
            <a:r>
              <a:rPr lang="fr-BE" dirty="0"/>
              <a:t>Le lien hypertexte de cette page est présent dans le menu principal du site.</a:t>
            </a:r>
          </a:p>
          <a:p>
            <a:r>
              <a:rPr lang="fr-BE" dirty="0"/>
              <a:t>La page affiche une liste statique d’au moins 6 produits identiques avec :</a:t>
            </a:r>
          </a:p>
          <a:p>
            <a:pPr lvl="1"/>
            <a:r>
              <a:rPr lang="fr-BE" dirty="0"/>
              <a:t>un nom de produit</a:t>
            </a:r>
          </a:p>
          <a:p>
            <a:pPr lvl="1"/>
            <a:r>
              <a:rPr lang="fr-BE" dirty="0"/>
              <a:t>une description courte</a:t>
            </a:r>
          </a:p>
          <a:p>
            <a:pPr lvl="1"/>
            <a:r>
              <a:rPr lang="fr-BE" dirty="0"/>
              <a:t>un prix TVAC</a:t>
            </a:r>
          </a:p>
          <a:p>
            <a:pPr lvl="1"/>
            <a:r>
              <a:rPr lang="fr-BE" dirty="0"/>
              <a:t>une image</a:t>
            </a:r>
          </a:p>
          <a:p>
            <a:pPr lvl="1"/>
            <a:r>
              <a:rPr lang="fr-BE" dirty="0"/>
              <a:t>un lien vers la fiche produit</a:t>
            </a:r>
          </a:p>
          <a:p>
            <a:r>
              <a:rPr lang="fr-BE" dirty="0"/>
              <a:t>Le code HTML est valide et respecte les bonnes pratiques (W3C </a:t>
            </a:r>
            <a:r>
              <a:rPr lang="fr-BE" dirty="0" err="1"/>
              <a:t>validator</a:t>
            </a:r>
            <a:r>
              <a:rPr lang="fr-BE" dirty="0"/>
              <a:t>, balises sémantiques, alt sur images, ...).</a:t>
            </a:r>
          </a:p>
        </p:txBody>
      </p:sp>
      <p:sp>
        <p:nvSpPr>
          <p:cNvPr id="7" name="Espace réservé du texte 6">
            <a:extLst>
              <a:ext uri="{FF2B5EF4-FFF2-40B4-BE49-F238E27FC236}">
                <a16:creationId xmlns:a16="http://schemas.microsoft.com/office/drawing/2014/main" id="{86062E93-9320-66CE-074D-08C64194FF30}"/>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1F2FEF25-FEDA-605A-8FDC-10786337262C}"/>
              </a:ext>
            </a:extLst>
          </p:cNvPr>
          <p:cNvSpPr>
            <a:spLocks noGrp="1"/>
          </p:cNvSpPr>
          <p:nvPr>
            <p:ph sz="quarter" idx="4"/>
          </p:nvPr>
        </p:nvSpPr>
        <p:spPr>
          <a:xfrm>
            <a:off x="6172200" y="3574923"/>
            <a:ext cx="5183188" cy="2614740"/>
          </a:xfrm>
        </p:spPr>
        <p:txBody>
          <a:bodyPr>
            <a:normAutofit fontScale="47500" lnSpcReduction="20000"/>
          </a:bodyPr>
          <a:lstStyle/>
          <a:p>
            <a:r>
              <a:rPr lang="fr-BE" dirty="0"/>
              <a:t>Il s’agit d’une simple intégration HTML/CSS. Les données sont donc statiques, càd qu’on ne va pas les rechercher en DB.</a:t>
            </a:r>
          </a:p>
          <a:p>
            <a:r>
              <a:rPr lang="fr-BE" dirty="0"/>
              <a:t>Tous les produits pointent pour le moment vers la même page statique de produit.</a:t>
            </a:r>
          </a:p>
          <a:p>
            <a:r>
              <a:rPr lang="fr-BE" dirty="0"/>
              <a:t>L’affichage doit être clair, mais peut rester basique.</a:t>
            </a:r>
          </a:p>
          <a:p>
            <a:r>
              <a:rPr lang="fr-BE" dirty="0"/>
              <a:t>Utilisez le même </a:t>
            </a:r>
            <a:r>
              <a:rPr lang="fr-BE" dirty="0" err="1"/>
              <a:t>template</a:t>
            </a:r>
            <a:r>
              <a:rPr lang="fr-BE" dirty="0"/>
              <a:t> de base que la fiche produit.</a:t>
            </a:r>
          </a:p>
        </p:txBody>
      </p:sp>
      <p:sp>
        <p:nvSpPr>
          <p:cNvPr id="10" name="ZoneTexte 9">
            <a:extLst>
              <a:ext uri="{FF2B5EF4-FFF2-40B4-BE49-F238E27FC236}">
                <a16:creationId xmlns:a16="http://schemas.microsoft.com/office/drawing/2014/main" id="{0869D594-07D2-75C5-58D2-CC570C6975C5}"/>
              </a:ext>
            </a:extLst>
          </p:cNvPr>
          <p:cNvSpPr txBox="1"/>
          <p:nvPr/>
        </p:nvSpPr>
        <p:spPr>
          <a:xfrm>
            <a:off x="836612" y="1690688"/>
            <a:ext cx="10515600" cy="1200329"/>
          </a:xfrm>
          <a:prstGeom prst="rect">
            <a:avLst/>
          </a:prstGeom>
          <a:noFill/>
        </p:spPr>
        <p:txBody>
          <a:bodyPr wrap="square" rtlCol="0">
            <a:spAutoFit/>
          </a:bodyPr>
          <a:lstStyle/>
          <a:p>
            <a:pPr algn="ctr"/>
            <a:r>
              <a:rPr lang="fr-BE" sz="2400" b="1" dirty="0"/>
              <a:t>En tant que visiteur,  je veux voir une page « produits » qui affiche une liste de produits de manière statique, afin de visualiser tous les produits proposés sur le site.</a:t>
            </a:r>
          </a:p>
        </p:txBody>
      </p:sp>
      <p:sp>
        <p:nvSpPr>
          <p:cNvPr id="11" name="Bande diagonale 10">
            <a:extLst>
              <a:ext uri="{FF2B5EF4-FFF2-40B4-BE49-F238E27FC236}">
                <a16:creationId xmlns:a16="http://schemas.microsoft.com/office/drawing/2014/main" id="{47541317-0915-77EF-9261-A46135E5E833}"/>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2" name="Bande diagonale 1">
            <a:extLst>
              <a:ext uri="{FF2B5EF4-FFF2-40B4-BE49-F238E27FC236}">
                <a16:creationId xmlns:a16="http://schemas.microsoft.com/office/drawing/2014/main" id="{9D329E1B-7CE5-9B34-0F86-6F1BBE6D92DF}"/>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5</a:t>
            </a:r>
          </a:p>
        </p:txBody>
      </p:sp>
    </p:spTree>
    <p:extLst>
      <p:ext uri="{BB962C8B-B14F-4D97-AF65-F5344CB8AC3E}">
        <p14:creationId xmlns:p14="http://schemas.microsoft.com/office/powerpoint/2010/main" val="1645439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F47C0-9829-AEAB-1AA6-EA99A0C1852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3441268-1D77-45DC-8161-57077A01D464}"/>
              </a:ext>
            </a:extLst>
          </p:cNvPr>
          <p:cNvSpPr>
            <a:spLocks noGrp="1"/>
          </p:cNvSpPr>
          <p:nvPr>
            <p:ph type="title"/>
          </p:nvPr>
        </p:nvSpPr>
        <p:spPr/>
        <p:txBody>
          <a:bodyPr/>
          <a:lstStyle/>
          <a:p>
            <a:r>
              <a:rPr lang="fr-BE" dirty="0"/>
              <a:t>Cours 4 - Sprint 2</a:t>
            </a:r>
            <a:br>
              <a:rPr lang="fr-BE" dirty="0"/>
            </a:br>
            <a:r>
              <a:rPr lang="fr-BE" dirty="0"/>
              <a:t>Pages produits dynamiques</a:t>
            </a:r>
          </a:p>
        </p:txBody>
      </p:sp>
      <p:sp>
        <p:nvSpPr>
          <p:cNvPr id="3" name="Sous-titre 2">
            <a:extLst>
              <a:ext uri="{FF2B5EF4-FFF2-40B4-BE49-F238E27FC236}">
                <a16:creationId xmlns:a16="http://schemas.microsoft.com/office/drawing/2014/main" id="{9A214FB0-3FDB-13F9-1CA7-1D65EDDAAE67}"/>
              </a:ext>
            </a:extLst>
          </p:cNvPr>
          <p:cNvSpPr>
            <a:spLocks noGrp="1"/>
          </p:cNvSpPr>
          <p:nvPr>
            <p:ph type="body" idx="1"/>
          </p:nvPr>
        </p:nvSpPr>
        <p:spPr/>
        <p:txBody>
          <a:bodyPr/>
          <a:lstStyle/>
          <a:p>
            <a:r>
              <a:rPr lang="fr-BE" dirty="0"/>
              <a:t>PDO – SELECT</a:t>
            </a:r>
          </a:p>
        </p:txBody>
      </p:sp>
      <p:sp>
        <p:nvSpPr>
          <p:cNvPr id="4" name="Bande diagonale 3">
            <a:extLst>
              <a:ext uri="{FF2B5EF4-FFF2-40B4-BE49-F238E27FC236}">
                <a16:creationId xmlns:a16="http://schemas.microsoft.com/office/drawing/2014/main" id="{C3A23023-911D-A7C6-02D4-8E8AC3B56AAA}"/>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11</a:t>
            </a:r>
          </a:p>
        </p:txBody>
      </p:sp>
    </p:spTree>
    <p:extLst>
      <p:ext uri="{BB962C8B-B14F-4D97-AF65-F5344CB8AC3E}">
        <p14:creationId xmlns:p14="http://schemas.microsoft.com/office/powerpoint/2010/main" val="1135458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E1254-F405-B819-09D3-AA05C05EC4E3}"/>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39B3B4AC-0526-B27C-6CA7-DD0CF44B41E3}"/>
              </a:ext>
            </a:extLst>
          </p:cNvPr>
          <p:cNvSpPr>
            <a:spLocks noGrp="1"/>
          </p:cNvSpPr>
          <p:nvPr>
            <p:ph type="title"/>
          </p:nvPr>
        </p:nvSpPr>
        <p:spPr/>
        <p:txBody>
          <a:bodyPr/>
          <a:lstStyle/>
          <a:p>
            <a:pPr algn="ctr"/>
            <a:r>
              <a:rPr lang="fr-BE" dirty="0"/>
              <a:t>Dynamisation de la fiche d’un produit</a:t>
            </a:r>
          </a:p>
        </p:txBody>
      </p:sp>
      <p:sp>
        <p:nvSpPr>
          <p:cNvPr id="5" name="Espace réservé du texte 4">
            <a:extLst>
              <a:ext uri="{FF2B5EF4-FFF2-40B4-BE49-F238E27FC236}">
                <a16:creationId xmlns:a16="http://schemas.microsoft.com/office/drawing/2014/main" id="{31771509-6AF1-459E-E46E-FB8E47D66454}"/>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396F62CA-470C-E6C7-1FEB-52EB504E3A0C}"/>
              </a:ext>
            </a:extLst>
          </p:cNvPr>
          <p:cNvSpPr>
            <a:spLocks noGrp="1"/>
          </p:cNvSpPr>
          <p:nvPr>
            <p:ph sz="half" idx="2"/>
          </p:nvPr>
        </p:nvSpPr>
        <p:spPr>
          <a:xfrm>
            <a:off x="839788" y="3584067"/>
            <a:ext cx="5157787" cy="2605596"/>
          </a:xfrm>
        </p:spPr>
        <p:txBody>
          <a:bodyPr>
            <a:normAutofit fontScale="55000" lnSpcReduction="20000"/>
          </a:bodyPr>
          <a:lstStyle/>
          <a:p>
            <a:r>
              <a:rPr lang="fr-BE" dirty="0"/>
              <a:t>Les données affichées sur la page « produit » sont désormais celles provenant de la DB.</a:t>
            </a:r>
          </a:p>
          <a:p>
            <a:r>
              <a:rPr lang="fr-BE" dirty="0"/>
              <a:t>La page est commune à tous les produits, mais n’affiche que les informations d’un produit spécifique.</a:t>
            </a:r>
          </a:p>
          <a:p>
            <a:r>
              <a:rPr lang="fr-BE" dirty="0"/>
              <a:t>La TVA est de 21%.</a:t>
            </a:r>
          </a:p>
          <a:p>
            <a:r>
              <a:rPr lang="fr-BE" dirty="0"/>
              <a:t>Si le produit n’est pas trouvé, la page affiche un message d’erreur à la place du produit.</a:t>
            </a:r>
          </a:p>
          <a:p>
            <a:r>
              <a:rPr lang="fr-BE" dirty="0"/>
              <a:t>Si le produit n’est pas disponible à la vente, la page affiche le produit avec un message d’avertissement spécifique.</a:t>
            </a:r>
          </a:p>
          <a:p>
            <a:r>
              <a:rPr lang="fr-BE" dirty="0"/>
              <a:t>Le code HTML est valide et respecte les bonnes pratiques (W3C </a:t>
            </a:r>
            <a:r>
              <a:rPr lang="fr-BE" dirty="0" err="1"/>
              <a:t>validator</a:t>
            </a:r>
            <a:r>
              <a:rPr lang="fr-BE" dirty="0"/>
              <a:t>, balises sémantiques, alt, </a:t>
            </a:r>
            <a:r>
              <a:rPr lang="fr-BE" dirty="0" err="1"/>
              <a:t>title</a:t>
            </a:r>
            <a:r>
              <a:rPr lang="fr-BE" dirty="0"/>
              <a:t>, ...).</a:t>
            </a:r>
          </a:p>
          <a:p>
            <a:pPr marL="0" indent="0">
              <a:buNone/>
            </a:pPr>
            <a:endParaRPr lang="fr-BE" dirty="0"/>
          </a:p>
        </p:txBody>
      </p:sp>
      <p:sp>
        <p:nvSpPr>
          <p:cNvPr id="7" name="Espace réservé du texte 6">
            <a:extLst>
              <a:ext uri="{FF2B5EF4-FFF2-40B4-BE49-F238E27FC236}">
                <a16:creationId xmlns:a16="http://schemas.microsoft.com/office/drawing/2014/main" id="{CCBB0347-51C7-6ADE-826D-A0C3E313306D}"/>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6F269DB6-079E-C571-B334-234ECA23C0A2}"/>
              </a:ext>
            </a:extLst>
          </p:cNvPr>
          <p:cNvSpPr>
            <a:spLocks noGrp="1"/>
          </p:cNvSpPr>
          <p:nvPr>
            <p:ph sz="quarter" idx="4"/>
          </p:nvPr>
        </p:nvSpPr>
        <p:spPr>
          <a:xfrm>
            <a:off x="6172200" y="3574923"/>
            <a:ext cx="5183188" cy="2614740"/>
          </a:xfrm>
        </p:spPr>
        <p:txBody>
          <a:bodyPr>
            <a:normAutofit fontScale="55000" lnSpcReduction="20000"/>
          </a:bodyPr>
          <a:lstStyle/>
          <a:p>
            <a:r>
              <a:rPr lang="fr-BE" dirty="0"/>
              <a:t>La page statique « produit » a déjà été créée. Il faut la rendre dynamique en affichant le contenu de la DB à l’aide de PHP.</a:t>
            </a:r>
          </a:p>
          <a:p>
            <a:r>
              <a:rPr lang="fr-BE" dirty="0"/>
              <a:t>Pour individualiser la page en fonction de chaque produit, il faut passer </a:t>
            </a:r>
            <a:r>
              <a:rPr lang="fr-BE" dirty="0" err="1"/>
              <a:t>l’id</a:t>
            </a:r>
            <a:r>
              <a:rPr lang="fr-BE" dirty="0"/>
              <a:t> du produit dans l’url (ex: </a:t>
            </a:r>
            <a:r>
              <a:rPr lang="fr-BE" dirty="0" err="1"/>
              <a:t>produit.php?id</a:t>
            </a:r>
            <a:r>
              <a:rPr lang="fr-BE" dirty="0"/>
              <a:t>=123).</a:t>
            </a:r>
          </a:p>
          <a:p>
            <a:r>
              <a:rPr lang="fr-BE" dirty="0"/>
              <a:t>Les données provenant de l’extérieur doivent être sécurisées.</a:t>
            </a:r>
          </a:p>
          <a:p>
            <a:r>
              <a:rPr lang="fr-BE" dirty="0"/>
              <a:t>Créer la fonction suivante:</a:t>
            </a:r>
          </a:p>
          <a:p>
            <a:pPr lvl="1"/>
            <a:r>
              <a:rPr lang="fr-BE" dirty="0" err="1"/>
              <a:t>retrieveProduct</a:t>
            </a:r>
            <a:r>
              <a:rPr lang="fr-BE" dirty="0"/>
              <a:t>(</a:t>
            </a:r>
            <a:r>
              <a:rPr lang="en-US" dirty="0"/>
              <a:t>PDO $</a:t>
            </a:r>
            <a:r>
              <a:rPr lang="en-US" dirty="0" err="1"/>
              <a:t>pdo</a:t>
            </a:r>
            <a:r>
              <a:rPr lang="en-US" dirty="0"/>
              <a:t>, $id): array</a:t>
            </a:r>
          </a:p>
          <a:p>
            <a:r>
              <a:rPr lang="en-US" dirty="0"/>
              <a:t>La TVA doit </a:t>
            </a:r>
            <a:r>
              <a:rPr lang="en-US" dirty="0" err="1"/>
              <a:t>être</a:t>
            </a:r>
            <a:r>
              <a:rPr lang="en-US" dirty="0"/>
              <a:t> </a:t>
            </a:r>
            <a:r>
              <a:rPr lang="en-US" dirty="0" err="1"/>
              <a:t>une</a:t>
            </a:r>
            <a:r>
              <a:rPr lang="en-US" dirty="0"/>
              <a:t> </a:t>
            </a:r>
            <a:r>
              <a:rPr lang="en-US" dirty="0" err="1"/>
              <a:t>constante</a:t>
            </a:r>
            <a:r>
              <a:rPr lang="en-US" dirty="0"/>
              <a:t>.</a:t>
            </a:r>
            <a:endParaRPr lang="fr-BE" dirty="0"/>
          </a:p>
        </p:txBody>
      </p:sp>
      <p:sp>
        <p:nvSpPr>
          <p:cNvPr id="10" name="ZoneTexte 9">
            <a:extLst>
              <a:ext uri="{FF2B5EF4-FFF2-40B4-BE49-F238E27FC236}">
                <a16:creationId xmlns:a16="http://schemas.microsoft.com/office/drawing/2014/main" id="{24DB3AE8-E971-C27B-00B1-7E94A0194EF5}"/>
              </a:ext>
            </a:extLst>
          </p:cNvPr>
          <p:cNvSpPr txBox="1"/>
          <p:nvPr/>
        </p:nvSpPr>
        <p:spPr>
          <a:xfrm>
            <a:off x="836612" y="1690688"/>
            <a:ext cx="10515600" cy="830997"/>
          </a:xfrm>
          <a:prstGeom prst="rect">
            <a:avLst/>
          </a:prstGeom>
          <a:noFill/>
        </p:spPr>
        <p:txBody>
          <a:bodyPr wrap="square" rtlCol="0">
            <a:spAutoFit/>
          </a:bodyPr>
          <a:lstStyle/>
          <a:p>
            <a:pPr algn="ctr"/>
            <a:r>
              <a:rPr lang="fr-BE" sz="2400" b="1" dirty="0"/>
              <a:t>En tant que visiteur,  je veux voir une page « produit » de manière dynamique, afin de visualiser les informations détaillées d’un produit.</a:t>
            </a:r>
          </a:p>
        </p:txBody>
      </p:sp>
      <p:sp>
        <p:nvSpPr>
          <p:cNvPr id="2" name="Bande diagonale 1">
            <a:extLst>
              <a:ext uri="{FF2B5EF4-FFF2-40B4-BE49-F238E27FC236}">
                <a16:creationId xmlns:a16="http://schemas.microsoft.com/office/drawing/2014/main" id="{FD1D874B-B57C-AA4A-3D28-2E76E3BD66C8}"/>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3" name="Bande diagonale 2">
            <a:extLst>
              <a:ext uri="{FF2B5EF4-FFF2-40B4-BE49-F238E27FC236}">
                <a16:creationId xmlns:a16="http://schemas.microsoft.com/office/drawing/2014/main" id="{12FC066B-55BD-439D-A3BD-D55632AE15AB}"/>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3</a:t>
            </a:r>
          </a:p>
        </p:txBody>
      </p:sp>
    </p:spTree>
    <p:extLst>
      <p:ext uri="{BB962C8B-B14F-4D97-AF65-F5344CB8AC3E}">
        <p14:creationId xmlns:p14="http://schemas.microsoft.com/office/powerpoint/2010/main" val="3979452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21D63-E597-E66F-72AD-FA98FD23BB8D}"/>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3305CE40-E388-73AF-44FE-BBFBCE7E42B9}"/>
              </a:ext>
            </a:extLst>
          </p:cNvPr>
          <p:cNvSpPr>
            <a:spLocks noGrp="1"/>
          </p:cNvSpPr>
          <p:nvPr>
            <p:ph type="title"/>
          </p:nvPr>
        </p:nvSpPr>
        <p:spPr/>
        <p:txBody>
          <a:bodyPr/>
          <a:lstStyle/>
          <a:p>
            <a:pPr algn="ctr"/>
            <a:r>
              <a:rPr lang="fr-BE" dirty="0"/>
              <a:t>Dynamisation de la liste des produits</a:t>
            </a:r>
          </a:p>
        </p:txBody>
      </p:sp>
      <p:sp>
        <p:nvSpPr>
          <p:cNvPr id="5" name="Espace réservé du texte 4">
            <a:extLst>
              <a:ext uri="{FF2B5EF4-FFF2-40B4-BE49-F238E27FC236}">
                <a16:creationId xmlns:a16="http://schemas.microsoft.com/office/drawing/2014/main" id="{DFCB21D1-23B7-FDBA-3738-8EAF07D98979}"/>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2AD2594D-EF0E-85D2-E12F-E0A863857B6F}"/>
              </a:ext>
            </a:extLst>
          </p:cNvPr>
          <p:cNvSpPr>
            <a:spLocks noGrp="1"/>
          </p:cNvSpPr>
          <p:nvPr>
            <p:ph sz="half" idx="2"/>
          </p:nvPr>
        </p:nvSpPr>
        <p:spPr>
          <a:xfrm>
            <a:off x="839788" y="3584067"/>
            <a:ext cx="5157787" cy="2605596"/>
          </a:xfrm>
        </p:spPr>
        <p:txBody>
          <a:bodyPr>
            <a:normAutofit fontScale="62500" lnSpcReduction="20000"/>
          </a:bodyPr>
          <a:lstStyle/>
          <a:p>
            <a:r>
              <a:rPr lang="fr-BE" dirty="0"/>
              <a:t>Les données affichées sur la page « produits » sont désormais celles provenant de la DB.</a:t>
            </a:r>
          </a:p>
          <a:p>
            <a:r>
              <a:rPr lang="fr-BE" dirty="0"/>
              <a:t>Les produits sont ordonnés par priorité de vente.</a:t>
            </a:r>
          </a:p>
          <a:p>
            <a:r>
              <a:rPr lang="fr-BE" dirty="0"/>
              <a:t>Seuls les produits disponibles à la vente sont affichés.</a:t>
            </a:r>
          </a:p>
          <a:p>
            <a:r>
              <a:rPr lang="fr-BE" dirty="0"/>
              <a:t>Chaque produit pointe vers sa propre fiche.</a:t>
            </a:r>
          </a:p>
          <a:p>
            <a:r>
              <a:rPr lang="fr-BE" dirty="0"/>
              <a:t>Le code HTML est valide et respecte les bonnes pratiques (W3C </a:t>
            </a:r>
            <a:r>
              <a:rPr lang="fr-BE" dirty="0" err="1"/>
              <a:t>validator</a:t>
            </a:r>
            <a:r>
              <a:rPr lang="fr-BE" dirty="0"/>
              <a:t>, balises sémantiques, alt, </a:t>
            </a:r>
            <a:r>
              <a:rPr lang="fr-BE" dirty="0" err="1"/>
              <a:t>title</a:t>
            </a:r>
            <a:r>
              <a:rPr lang="fr-BE" dirty="0"/>
              <a:t>, ...).</a:t>
            </a:r>
          </a:p>
          <a:p>
            <a:pPr marL="0" indent="0">
              <a:buNone/>
            </a:pPr>
            <a:endParaRPr lang="fr-BE" dirty="0"/>
          </a:p>
        </p:txBody>
      </p:sp>
      <p:sp>
        <p:nvSpPr>
          <p:cNvPr id="7" name="Espace réservé du texte 6">
            <a:extLst>
              <a:ext uri="{FF2B5EF4-FFF2-40B4-BE49-F238E27FC236}">
                <a16:creationId xmlns:a16="http://schemas.microsoft.com/office/drawing/2014/main" id="{59331C7D-120E-B379-E080-CD1C1FDA2498}"/>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5FC4AB1F-F71D-2C5B-993B-FA62C8842C30}"/>
              </a:ext>
            </a:extLst>
          </p:cNvPr>
          <p:cNvSpPr>
            <a:spLocks noGrp="1"/>
          </p:cNvSpPr>
          <p:nvPr>
            <p:ph sz="quarter" idx="4"/>
          </p:nvPr>
        </p:nvSpPr>
        <p:spPr>
          <a:xfrm>
            <a:off x="6172200" y="3574923"/>
            <a:ext cx="5183188" cy="2614740"/>
          </a:xfrm>
        </p:spPr>
        <p:txBody>
          <a:bodyPr>
            <a:normAutofit fontScale="62500" lnSpcReduction="20000"/>
          </a:bodyPr>
          <a:lstStyle/>
          <a:p>
            <a:r>
              <a:rPr lang="fr-BE" dirty="0"/>
              <a:t>La page statique « produits » a déjà été créée. Il faut la rendre dynamique en affichant le contenu de la DB à l’aide de PHP.</a:t>
            </a:r>
          </a:p>
          <a:p>
            <a:r>
              <a:rPr lang="fr-BE" dirty="0"/>
              <a:t>Le lien pointant vers la fiche produit doit inclure </a:t>
            </a:r>
            <a:r>
              <a:rPr lang="fr-BE" dirty="0" err="1"/>
              <a:t>l’id</a:t>
            </a:r>
            <a:r>
              <a:rPr lang="fr-BE" dirty="0"/>
              <a:t> du produit.</a:t>
            </a:r>
          </a:p>
          <a:p>
            <a:r>
              <a:rPr lang="fr-BE" dirty="0"/>
              <a:t>Créer la fonction suivante:</a:t>
            </a:r>
          </a:p>
          <a:p>
            <a:pPr lvl="1"/>
            <a:r>
              <a:rPr lang="fr-BE" dirty="0" err="1"/>
              <a:t>retrieveProducts</a:t>
            </a:r>
            <a:r>
              <a:rPr lang="fr-BE" dirty="0"/>
              <a:t>(</a:t>
            </a:r>
            <a:r>
              <a:rPr lang="en-US" dirty="0"/>
              <a:t>PDO $</a:t>
            </a:r>
            <a:r>
              <a:rPr lang="en-US" dirty="0" err="1"/>
              <a:t>pdo</a:t>
            </a:r>
            <a:r>
              <a:rPr lang="en-US" dirty="0"/>
              <a:t>): array</a:t>
            </a:r>
            <a:endParaRPr lang="fr-BE" dirty="0"/>
          </a:p>
        </p:txBody>
      </p:sp>
      <p:sp>
        <p:nvSpPr>
          <p:cNvPr id="10" name="ZoneTexte 9">
            <a:extLst>
              <a:ext uri="{FF2B5EF4-FFF2-40B4-BE49-F238E27FC236}">
                <a16:creationId xmlns:a16="http://schemas.microsoft.com/office/drawing/2014/main" id="{C0104556-0007-AAB8-D4B2-22F1B72C8BE1}"/>
              </a:ext>
            </a:extLst>
          </p:cNvPr>
          <p:cNvSpPr txBox="1"/>
          <p:nvPr/>
        </p:nvSpPr>
        <p:spPr>
          <a:xfrm>
            <a:off x="836612" y="1690688"/>
            <a:ext cx="10515600" cy="1200329"/>
          </a:xfrm>
          <a:prstGeom prst="rect">
            <a:avLst/>
          </a:prstGeom>
          <a:noFill/>
        </p:spPr>
        <p:txBody>
          <a:bodyPr wrap="square" rtlCol="0">
            <a:spAutoFit/>
          </a:bodyPr>
          <a:lstStyle/>
          <a:p>
            <a:pPr algn="ctr"/>
            <a:r>
              <a:rPr lang="fr-BE" sz="2400" b="1" dirty="0"/>
              <a:t>En tant que visiteur,  je veux voir une page « produits » qui affiche une liste de produits de manière dynamique, afin de visualiser les produits proposés sur le site.</a:t>
            </a:r>
          </a:p>
        </p:txBody>
      </p:sp>
      <p:sp>
        <p:nvSpPr>
          <p:cNvPr id="2" name="Bande diagonale 1">
            <a:extLst>
              <a:ext uri="{FF2B5EF4-FFF2-40B4-BE49-F238E27FC236}">
                <a16:creationId xmlns:a16="http://schemas.microsoft.com/office/drawing/2014/main" id="{F1030A5F-52E3-5C51-D14B-FF7F70856AE4}"/>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3" name="Bande diagonale 2">
            <a:extLst>
              <a:ext uri="{FF2B5EF4-FFF2-40B4-BE49-F238E27FC236}">
                <a16:creationId xmlns:a16="http://schemas.microsoft.com/office/drawing/2014/main" id="{57A7E04A-6753-0DCC-0A5E-DA96D36F98FA}"/>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5</a:t>
            </a:r>
          </a:p>
        </p:txBody>
      </p:sp>
    </p:spTree>
    <p:extLst>
      <p:ext uri="{BB962C8B-B14F-4D97-AF65-F5344CB8AC3E}">
        <p14:creationId xmlns:p14="http://schemas.microsoft.com/office/powerpoint/2010/main" val="1452454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63DE7-E441-C25A-1E26-BC13BC123133}"/>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9944285A-D750-10A3-C72B-412A6FED99B6}"/>
              </a:ext>
            </a:extLst>
          </p:cNvPr>
          <p:cNvSpPr>
            <a:spLocks noGrp="1"/>
          </p:cNvSpPr>
          <p:nvPr>
            <p:ph type="title"/>
          </p:nvPr>
        </p:nvSpPr>
        <p:spPr/>
        <p:txBody>
          <a:bodyPr/>
          <a:lstStyle/>
          <a:p>
            <a:pPr algn="ctr"/>
            <a:r>
              <a:rPr lang="fr-BE" dirty="0"/>
              <a:t>Options d’affichage des produits</a:t>
            </a:r>
          </a:p>
        </p:txBody>
      </p:sp>
      <p:sp>
        <p:nvSpPr>
          <p:cNvPr id="5" name="Espace réservé du texte 4">
            <a:extLst>
              <a:ext uri="{FF2B5EF4-FFF2-40B4-BE49-F238E27FC236}">
                <a16:creationId xmlns:a16="http://schemas.microsoft.com/office/drawing/2014/main" id="{99A02D01-596A-682B-4CF1-AC5926D434C0}"/>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DF9F41BF-3A36-7D34-A7FB-6053DC77BB67}"/>
              </a:ext>
            </a:extLst>
          </p:cNvPr>
          <p:cNvSpPr>
            <a:spLocks noGrp="1"/>
          </p:cNvSpPr>
          <p:nvPr>
            <p:ph sz="half" idx="2"/>
          </p:nvPr>
        </p:nvSpPr>
        <p:spPr>
          <a:xfrm>
            <a:off x="839788" y="3584067"/>
            <a:ext cx="5157787" cy="2605596"/>
          </a:xfrm>
        </p:spPr>
        <p:txBody>
          <a:bodyPr>
            <a:normAutofit fontScale="55000" lnSpcReduction="20000"/>
          </a:bodyPr>
          <a:lstStyle/>
          <a:p>
            <a:r>
              <a:rPr lang="fr-BE" dirty="0"/>
              <a:t>Un composant de conditionnement des produits est visible sur la page « produits ».</a:t>
            </a:r>
          </a:p>
          <a:p>
            <a:r>
              <a:rPr lang="fr-BE" dirty="0"/>
              <a:t>Le composant permet de définir:</a:t>
            </a:r>
          </a:p>
          <a:p>
            <a:pPr lvl="1"/>
            <a:r>
              <a:rPr lang="fr-BE" dirty="0"/>
              <a:t>Un filtre sur une ou plusieurs catégories.</a:t>
            </a:r>
          </a:p>
          <a:p>
            <a:pPr lvl="1"/>
            <a:r>
              <a:rPr lang="fr-BE" dirty="0"/>
              <a:t>Un second ordre d’affichage par prix (dé)croissants.</a:t>
            </a:r>
          </a:p>
          <a:p>
            <a:r>
              <a:rPr lang="fr-BE" dirty="0"/>
              <a:t>Le composant affiche un bouton appliquant les options. </a:t>
            </a:r>
          </a:p>
          <a:p>
            <a:r>
              <a:rPr lang="fr-BE" dirty="0"/>
              <a:t>Lorsque l'utilisateur valide le filtre :</a:t>
            </a:r>
          </a:p>
          <a:p>
            <a:pPr lvl="1"/>
            <a:r>
              <a:rPr lang="fr-BE" dirty="0"/>
              <a:t>Le visiteur reste sur la même page.</a:t>
            </a:r>
          </a:p>
          <a:p>
            <a:pPr lvl="1"/>
            <a:r>
              <a:rPr lang="fr-BE" dirty="0"/>
              <a:t>La liste des produits affichée n'est PAS mise à jour.</a:t>
            </a:r>
          </a:p>
          <a:p>
            <a:r>
              <a:rPr lang="fr-BE" dirty="0"/>
              <a:t>Le code HTML est valide et respecte les bonnes pratiques (W3C </a:t>
            </a:r>
            <a:r>
              <a:rPr lang="fr-BE" dirty="0" err="1"/>
              <a:t>validator</a:t>
            </a:r>
            <a:r>
              <a:rPr lang="fr-BE" dirty="0"/>
              <a:t>, labels, ...).</a:t>
            </a:r>
          </a:p>
        </p:txBody>
      </p:sp>
      <p:sp>
        <p:nvSpPr>
          <p:cNvPr id="7" name="Espace réservé du texte 6">
            <a:extLst>
              <a:ext uri="{FF2B5EF4-FFF2-40B4-BE49-F238E27FC236}">
                <a16:creationId xmlns:a16="http://schemas.microsoft.com/office/drawing/2014/main" id="{A135A31E-0FE0-844F-DBC5-CD8AFB76883F}"/>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587D9B42-E10D-29A3-6640-78AB5CA33514}"/>
              </a:ext>
            </a:extLst>
          </p:cNvPr>
          <p:cNvSpPr>
            <a:spLocks noGrp="1"/>
          </p:cNvSpPr>
          <p:nvPr>
            <p:ph sz="quarter" idx="4"/>
          </p:nvPr>
        </p:nvSpPr>
        <p:spPr>
          <a:xfrm>
            <a:off x="6172200" y="3574923"/>
            <a:ext cx="5183188" cy="2614740"/>
          </a:xfrm>
        </p:spPr>
        <p:txBody>
          <a:bodyPr>
            <a:normAutofit fontScale="55000" lnSpcReduction="20000"/>
          </a:bodyPr>
          <a:lstStyle/>
          <a:p>
            <a:r>
              <a:rPr lang="fr-BE" dirty="0"/>
              <a:t>Il s’agit d’une simple intégration HTML/CSS. Les données sont donc statiques, càd qu’on ne va pas rechercher les données en DB.</a:t>
            </a:r>
          </a:p>
        </p:txBody>
      </p:sp>
      <p:sp>
        <p:nvSpPr>
          <p:cNvPr id="10" name="ZoneTexte 9">
            <a:extLst>
              <a:ext uri="{FF2B5EF4-FFF2-40B4-BE49-F238E27FC236}">
                <a16:creationId xmlns:a16="http://schemas.microsoft.com/office/drawing/2014/main" id="{062202FC-46CA-60EE-E668-DE28D4E21556}"/>
              </a:ext>
            </a:extLst>
          </p:cNvPr>
          <p:cNvSpPr txBox="1"/>
          <p:nvPr/>
        </p:nvSpPr>
        <p:spPr>
          <a:xfrm>
            <a:off x="836612" y="1690688"/>
            <a:ext cx="10515600" cy="1200329"/>
          </a:xfrm>
          <a:prstGeom prst="rect">
            <a:avLst/>
          </a:prstGeom>
          <a:noFill/>
        </p:spPr>
        <p:txBody>
          <a:bodyPr wrap="square" rtlCol="0">
            <a:spAutoFit/>
          </a:bodyPr>
          <a:lstStyle/>
          <a:p>
            <a:pPr algn="ctr"/>
            <a:r>
              <a:rPr lang="fr-BE" sz="2400" b="1" dirty="0"/>
              <a:t>En tant que visiteur, je veux voir un formulaire proposant d'appliquer des options d’affichage sur la page « produits », afin de connaître les différentes possibilités d'affichage de la liste des produits.</a:t>
            </a:r>
          </a:p>
        </p:txBody>
      </p:sp>
      <p:sp>
        <p:nvSpPr>
          <p:cNvPr id="2" name="Bande diagonale 1">
            <a:extLst>
              <a:ext uri="{FF2B5EF4-FFF2-40B4-BE49-F238E27FC236}">
                <a16:creationId xmlns:a16="http://schemas.microsoft.com/office/drawing/2014/main" id="{3E06AE59-3196-58C9-3A2A-9839BB9F6740}"/>
              </a:ext>
            </a:extLst>
          </p:cNvPr>
          <p:cNvSpPr/>
          <p:nvPr/>
        </p:nvSpPr>
        <p:spPr>
          <a:xfrm>
            <a:off x="0" y="-1"/>
            <a:ext cx="1998921" cy="1892596"/>
          </a:xfrm>
          <a:prstGeom prst="diagStrip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SHOULD</a:t>
            </a:r>
          </a:p>
        </p:txBody>
      </p:sp>
      <p:sp>
        <p:nvSpPr>
          <p:cNvPr id="3" name="Bande diagonale 2">
            <a:extLst>
              <a:ext uri="{FF2B5EF4-FFF2-40B4-BE49-F238E27FC236}">
                <a16:creationId xmlns:a16="http://schemas.microsoft.com/office/drawing/2014/main" id="{B8E842C4-4C2E-3515-3025-7EA282F3DCD7}"/>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3</a:t>
            </a:r>
          </a:p>
        </p:txBody>
      </p:sp>
    </p:spTree>
    <p:extLst>
      <p:ext uri="{BB962C8B-B14F-4D97-AF65-F5344CB8AC3E}">
        <p14:creationId xmlns:p14="http://schemas.microsoft.com/office/powerpoint/2010/main" val="2012112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2C516D7-9240-52DC-126C-86B6632655AF}"/>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08D5D946-5526-ABEB-3CFA-B3C8EE26D98E}"/>
              </a:ext>
            </a:extLst>
          </p:cNvPr>
          <p:cNvSpPr>
            <a:spLocks noGrp="1"/>
          </p:cNvSpPr>
          <p:nvPr>
            <p:ph type="title"/>
          </p:nvPr>
        </p:nvSpPr>
        <p:spPr/>
        <p:txBody>
          <a:bodyPr/>
          <a:lstStyle/>
          <a:p>
            <a:pPr algn="ctr"/>
            <a:r>
              <a:rPr lang="fr-BE" dirty="0"/>
              <a:t>Pagination de la liste des produits</a:t>
            </a:r>
          </a:p>
        </p:txBody>
      </p:sp>
      <p:sp>
        <p:nvSpPr>
          <p:cNvPr id="5" name="Espace réservé du texte 4">
            <a:extLst>
              <a:ext uri="{FF2B5EF4-FFF2-40B4-BE49-F238E27FC236}">
                <a16:creationId xmlns:a16="http://schemas.microsoft.com/office/drawing/2014/main" id="{EDFD3F5D-149E-4E28-B8FD-0137D5CE4F11}"/>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25242447-AE49-43AD-6314-DDD5F945E4F6}"/>
              </a:ext>
            </a:extLst>
          </p:cNvPr>
          <p:cNvSpPr>
            <a:spLocks noGrp="1"/>
          </p:cNvSpPr>
          <p:nvPr>
            <p:ph sz="half" idx="2"/>
          </p:nvPr>
        </p:nvSpPr>
        <p:spPr>
          <a:xfrm>
            <a:off x="839788" y="3584067"/>
            <a:ext cx="5157787" cy="2605596"/>
          </a:xfrm>
        </p:spPr>
        <p:txBody>
          <a:bodyPr>
            <a:normAutofit fontScale="55000" lnSpcReduction="20000"/>
          </a:bodyPr>
          <a:lstStyle/>
          <a:p>
            <a:r>
              <a:rPr lang="fr-BE" dirty="0"/>
              <a:t>La liste est affichée par page de x produits maximum.</a:t>
            </a:r>
          </a:p>
          <a:p>
            <a:r>
              <a:rPr lang="fr-BE" dirty="0"/>
              <a:t>En bas de chaque page, un menu de navigation par page est affiché. </a:t>
            </a:r>
          </a:p>
          <a:p>
            <a:r>
              <a:rPr lang="fr-BE" dirty="0"/>
              <a:t>Comportement:</a:t>
            </a:r>
          </a:p>
          <a:p>
            <a:pPr lvl="1"/>
            <a:r>
              <a:rPr lang="fr-BE" dirty="0"/>
              <a:t>Le visiteur peut avancer vers la page suivante.</a:t>
            </a:r>
          </a:p>
          <a:p>
            <a:pPr lvl="1"/>
            <a:r>
              <a:rPr lang="fr-BE" dirty="0"/>
              <a:t>Le visiteur peut revenir à la page précédente.</a:t>
            </a:r>
          </a:p>
          <a:p>
            <a:pPr lvl="1"/>
            <a:r>
              <a:rPr lang="fr-BE" dirty="0"/>
              <a:t>La page courante est indiquée.</a:t>
            </a:r>
          </a:p>
        </p:txBody>
      </p:sp>
      <p:sp>
        <p:nvSpPr>
          <p:cNvPr id="7" name="Espace réservé du texte 6">
            <a:extLst>
              <a:ext uri="{FF2B5EF4-FFF2-40B4-BE49-F238E27FC236}">
                <a16:creationId xmlns:a16="http://schemas.microsoft.com/office/drawing/2014/main" id="{59D14B5E-ACBA-E270-4403-DFC4AC22795F}"/>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63126630-9F74-3D4D-373B-B30D76A7B2FB}"/>
              </a:ext>
            </a:extLst>
          </p:cNvPr>
          <p:cNvSpPr>
            <a:spLocks noGrp="1"/>
          </p:cNvSpPr>
          <p:nvPr>
            <p:ph sz="quarter" idx="4"/>
          </p:nvPr>
        </p:nvSpPr>
        <p:spPr>
          <a:xfrm>
            <a:off x="6172200" y="3574923"/>
            <a:ext cx="5183188" cy="2614740"/>
          </a:xfrm>
        </p:spPr>
        <p:txBody>
          <a:bodyPr>
            <a:normAutofit fontScale="55000" lnSpcReduction="20000"/>
          </a:bodyPr>
          <a:lstStyle/>
          <a:p>
            <a:r>
              <a:rPr lang="fr-BE" dirty="0"/>
              <a:t>Ce menu affiche le bon nombre de pages. Il ne faut pas afficher des numéros de page qui n’existe pas.</a:t>
            </a:r>
          </a:p>
          <a:p>
            <a:r>
              <a:rPr lang="fr-BE" dirty="0"/>
              <a:t>Il s’agit de liens hypertextes. L’information est donc passée en </a:t>
            </a:r>
            <a:r>
              <a:rPr lang="fr-BE" dirty="0" err="1"/>
              <a:t>get</a:t>
            </a:r>
            <a:r>
              <a:rPr lang="fr-BE" dirty="0"/>
              <a:t>.</a:t>
            </a:r>
          </a:p>
          <a:p>
            <a:r>
              <a:rPr lang="fr-BE" dirty="0"/>
              <a:t>Les données provenant de l’extérieur doivent être sécurisées.</a:t>
            </a:r>
          </a:p>
          <a:p>
            <a:r>
              <a:rPr lang="fr-BE" dirty="0"/>
              <a:t>L’indication de la page doit être appliquée sur la </a:t>
            </a:r>
            <a:r>
              <a:rPr lang="fr-BE" dirty="0" err="1"/>
              <a:t>query</a:t>
            </a:r>
            <a:r>
              <a:rPr lang="fr-BE" dirty="0"/>
              <a:t> SQL (pas en PHP).</a:t>
            </a:r>
          </a:p>
          <a:p>
            <a:r>
              <a:rPr lang="fr-BE" dirty="0"/>
              <a:t>Modifier la fonction suivante:</a:t>
            </a:r>
          </a:p>
          <a:p>
            <a:pPr lvl="1"/>
            <a:r>
              <a:rPr lang="fr-BE" dirty="0" err="1"/>
              <a:t>retrieveProducts</a:t>
            </a:r>
            <a:r>
              <a:rPr lang="fr-BE" dirty="0"/>
              <a:t>(</a:t>
            </a:r>
            <a:r>
              <a:rPr lang="en-US" dirty="0"/>
              <a:t>PDO $</a:t>
            </a:r>
            <a:r>
              <a:rPr lang="en-US" dirty="0" err="1"/>
              <a:t>pdo</a:t>
            </a:r>
            <a:r>
              <a:rPr lang="en-US" dirty="0"/>
              <a:t>, $page): array</a:t>
            </a:r>
            <a:endParaRPr lang="fr-BE" dirty="0"/>
          </a:p>
          <a:p>
            <a:endParaRPr lang="fr-BE" dirty="0"/>
          </a:p>
        </p:txBody>
      </p:sp>
      <p:sp>
        <p:nvSpPr>
          <p:cNvPr id="10" name="ZoneTexte 9">
            <a:extLst>
              <a:ext uri="{FF2B5EF4-FFF2-40B4-BE49-F238E27FC236}">
                <a16:creationId xmlns:a16="http://schemas.microsoft.com/office/drawing/2014/main" id="{DB7355B5-CFE3-538C-2652-F5B11ECC49BE}"/>
              </a:ext>
            </a:extLst>
          </p:cNvPr>
          <p:cNvSpPr txBox="1"/>
          <p:nvPr/>
        </p:nvSpPr>
        <p:spPr>
          <a:xfrm>
            <a:off x="836612" y="1690688"/>
            <a:ext cx="10515600" cy="1200329"/>
          </a:xfrm>
          <a:prstGeom prst="rect">
            <a:avLst/>
          </a:prstGeom>
          <a:noFill/>
        </p:spPr>
        <p:txBody>
          <a:bodyPr wrap="square" rtlCol="0">
            <a:spAutoFit/>
          </a:bodyPr>
          <a:lstStyle/>
          <a:p>
            <a:pPr algn="ctr"/>
            <a:r>
              <a:rPr lang="fr-BE" sz="2400" b="1" dirty="0"/>
              <a:t>En tant que visiteur, je veux pouvoir naviguer de page en page dans la liste des produits affichés sur la page « produits », afin de parcourir l’ensemble des produits du site.</a:t>
            </a:r>
          </a:p>
        </p:txBody>
      </p:sp>
      <p:sp>
        <p:nvSpPr>
          <p:cNvPr id="2" name="Bande diagonale 1">
            <a:extLst>
              <a:ext uri="{FF2B5EF4-FFF2-40B4-BE49-F238E27FC236}">
                <a16:creationId xmlns:a16="http://schemas.microsoft.com/office/drawing/2014/main" id="{40B472CB-F9BB-3D07-3688-45184012A65E}"/>
              </a:ext>
            </a:extLst>
          </p:cNvPr>
          <p:cNvSpPr/>
          <p:nvPr/>
        </p:nvSpPr>
        <p:spPr>
          <a:xfrm>
            <a:off x="0" y="-1"/>
            <a:ext cx="1998921" cy="1892596"/>
          </a:xfrm>
          <a:prstGeom prst="diagStrip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WONT</a:t>
            </a:r>
          </a:p>
        </p:txBody>
      </p:sp>
      <p:sp>
        <p:nvSpPr>
          <p:cNvPr id="3" name="Bande diagonale 2">
            <a:extLst>
              <a:ext uri="{FF2B5EF4-FFF2-40B4-BE49-F238E27FC236}">
                <a16:creationId xmlns:a16="http://schemas.microsoft.com/office/drawing/2014/main" id="{EF4B3247-0F54-BBE1-E5E0-8E123F823E6E}"/>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10</a:t>
            </a:r>
          </a:p>
        </p:txBody>
      </p:sp>
    </p:spTree>
    <p:extLst>
      <p:ext uri="{BB962C8B-B14F-4D97-AF65-F5344CB8AC3E}">
        <p14:creationId xmlns:p14="http://schemas.microsoft.com/office/powerpoint/2010/main" val="787290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C2B9A-95A1-FDF7-208C-9852C69553D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5B1770F-DD24-18BC-C1EE-B65597B3A484}"/>
              </a:ext>
            </a:extLst>
          </p:cNvPr>
          <p:cNvSpPr>
            <a:spLocks noGrp="1"/>
          </p:cNvSpPr>
          <p:nvPr>
            <p:ph type="title"/>
          </p:nvPr>
        </p:nvSpPr>
        <p:spPr/>
        <p:txBody>
          <a:bodyPr/>
          <a:lstStyle/>
          <a:p>
            <a:r>
              <a:rPr lang="fr-BE" dirty="0"/>
              <a:t>Cours 5 - Sprint 3</a:t>
            </a:r>
            <a:br>
              <a:rPr lang="fr-BE" dirty="0"/>
            </a:br>
            <a:r>
              <a:rPr lang="fr-BE" dirty="0"/>
              <a:t>Filtre des produits</a:t>
            </a:r>
          </a:p>
        </p:txBody>
      </p:sp>
      <p:sp>
        <p:nvSpPr>
          <p:cNvPr id="3" name="Sous-titre 2">
            <a:extLst>
              <a:ext uri="{FF2B5EF4-FFF2-40B4-BE49-F238E27FC236}">
                <a16:creationId xmlns:a16="http://schemas.microsoft.com/office/drawing/2014/main" id="{A5FCDEE5-1601-10B6-BA3D-A5F69F785769}"/>
              </a:ext>
            </a:extLst>
          </p:cNvPr>
          <p:cNvSpPr>
            <a:spLocks noGrp="1"/>
          </p:cNvSpPr>
          <p:nvPr>
            <p:ph type="body" idx="1"/>
          </p:nvPr>
        </p:nvSpPr>
        <p:spPr/>
        <p:txBody>
          <a:bodyPr/>
          <a:lstStyle/>
          <a:p>
            <a:r>
              <a:rPr lang="fr-BE" dirty="0"/>
              <a:t>PDO - SELECT</a:t>
            </a:r>
          </a:p>
        </p:txBody>
      </p:sp>
      <p:sp>
        <p:nvSpPr>
          <p:cNvPr id="4" name="Bande diagonale 3">
            <a:extLst>
              <a:ext uri="{FF2B5EF4-FFF2-40B4-BE49-F238E27FC236}">
                <a16:creationId xmlns:a16="http://schemas.microsoft.com/office/drawing/2014/main" id="{A228BD00-2BC6-0B81-C1A3-F560960A4945}"/>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11(16)</a:t>
            </a:r>
          </a:p>
        </p:txBody>
      </p:sp>
    </p:spTree>
    <p:extLst>
      <p:ext uri="{BB962C8B-B14F-4D97-AF65-F5344CB8AC3E}">
        <p14:creationId xmlns:p14="http://schemas.microsoft.com/office/powerpoint/2010/main" val="1382652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F98B5-C0F0-5458-26EF-63EF35B957F9}"/>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49E8DF66-DE99-49BC-177A-294DC5682DF1}"/>
              </a:ext>
            </a:extLst>
          </p:cNvPr>
          <p:cNvSpPr>
            <a:spLocks noGrp="1"/>
          </p:cNvSpPr>
          <p:nvPr>
            <p:ph type="title"/>
          </p:nvPr>
        </p:nvSpPr>
        <p:spPr/>
        <p:txBody>
          <a:bodyPr/>
          <a:lstStyle/>
          <a:p>
            <a:pPr algn="ctr"/>
            <a:r>
              <a:rPr lang="fr-BE" dirty="0"/>
              <a:t>Dynamisation du filtre par catégories</a:t>
            </a:r>
          </a:p>
        </p:txBody>
      </p:sp>
      <p:sp>
        <p:nvSpPr>
          <p:cNvPr id="5" name="Espace réservé du texte 4">
            <a:extLst>
              <a:ext uri="{FF2B5EF4-FFF2-40B4-BE49-F238E27FC236}">
                <a16:creationId xmlns:a16="http://schemas.microsoft.com/office/drawing/2014/main" id="{97672699-65EC-8E5B-D32A-D3C28B4E2BD4}"/>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C72F8606-A3D4-3C62-EAF7-37D00957BEA0}"/>
              </a:ext>
            </a:extLst>
          </p:cNvPr>
          <p:cNvSpPr>
            <a:spLocks noGrp="1"/>
          </p:cNvSpPr>
          <p:nvPr>
            <p:ph sz="half" idx="2"/>
          </p:nvPr>
        </p:nvSpPr>
        <p:spPr>
          <a:xfrm>
            <a:off x="839788" y="3584067"/>
            <a:ext cx="5157787" cy="2605596"/>
          </a:xfrm>
        </p:spPr>
        <p:txBody>
          <a:bodyPr>
            <a:normAutofit fontScale="55000" lnSpcReduction="20000"/>
          </a:bodyPr>
          <a:lstStyle/>
          <a:p>
            <a:r>
              <a:rPr lang="fr-BE" dirty="0"/>
              <a:t>Lorsque le visiteur est sur la page « produits », les catégories affichées dans le filtre des produits sont les catégories présentes en DB.</a:t>
            </a:r>
          </a:p>
          <a:p>
            <a:r>
              <a:rPr lang="fr-BE" dirty="0"/>
              <a:t>Lorsque l’utilisateur sélectionne une ou plusieurs catégories, puis lorsqu'il valide le filtre, la liste des produits affichée n’est PAS mise à jour.</a:t>
            </a:r>
          </a:p>
          <a:p>
            <a:r>
              <a:rPr lang="fr-BE" dirty="0"/>
              <a:t>Comportement du formulaire:</a:t>
            </a:r>
          </a:p>
          <a:p>
            <a:pPr lvl="1"/>
            <a:r>
              <a:rPr lang="fr-BE" dirty="0"/>
              <a:t>Par défaut, aucune catégorie n'est sélectionnée.</a:t>
            </a:r>
          </a:p>
          <a:p>
            <a:pPr lvl="1"/>
            <a:r>
              <a:rPr lang="fr-BE" dirty="0"/>
              <a:t>Lors du rafraîchissement de la page après validation du filtre, les champs du formulaire doivent indiquer les catégories appliquées.</a:t>
            </a:r>
          </a:p>
          <a:p>
            <a:endParaRPr lang="fr-BE" dirty="0"/>
          </a:p>
        </p:txBody>
      </p:sp>
      <p:sp>
        <p:nvSpPr>
          <p:cNvPr id="7" name="Espace réservé du texte 6">
            <a:extLst>
              <a:ext uri="{FF2B5EF4-FFF2-40B4-BE49-F238E27FC236}">
                <a16:creationId xmlns:a16="http://schemas.microsoft.com/office/drawing/2014/main" id="{F134793A-9F58-CEDF-C515-2803EBD9973A}"/>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61599DA7-FCAA-E79D-C770-4F8C4BEF9D04}"/>
              </a:ext>
            </a:extLst>
          </p:cNvPr>
          <p:cNvSpPr>
            <a:spLocks noGrp="1"/>
          </p:cNvSpPr>
          <p:nvPr>
            <p:ph sz="quarter" idx="4"/>
          </p:nvPr>
        </p:nvSpPr>
        <p:spPr>
          <a:xfrm>
            <a:off x="6172200" y="3574923"/>
            <a:ext cx="5183188" cy="2614740"/>
          </a:xfrm>
        </p:spPr>
        <p:txBody>
          <a:bodyPr>
            <a:normAutofit fontScale="55000" lnSpcReduction="20000"/>
          </a:bodyPr>
          <a:lstStyle/>
          <a:p>
            <a:r>
              <a:rPr lang="fr-BE" dirty="0"/>
              <a:t>On gère ici seulement le formulaire pour les catégories, pas encore le traitement après soumission.</a:t>
            </a:r>
          </a:p>
          <a:p>
            <a:r>
              <a:rPr lang="fr-BE" dirty="0"/>
              <a:t>Quelle méthode HTTP utiliser: GET ou POST?</a:t>
            </a:r>
          </a:p>
          <a:p>
            <a:pPr lvl="1"/>
            <a:r>
              <a:rPr lang="fr-BE" dirty="0"/>
              <a:t>Comment gérer le partage de l’URL?</a:t>
            </a:r>
          </a:p>
          <a:p>
            <a:r>
              <a:rPr lang="fr-BE" dirty="0"/>
              <a:t>Seules les catégories ayant effectivement au moins un produit doivent être affichées.</a:t>
            </a:r>
          </a:p>
          <a:p>
            <a:r>
              <a:rPr lang="fr-BE" dirty="0"/>
              <a:t>Créer la fonction suivante:</a:t>
            </a:r>
          </a:p>
          <a:p>
            <a:pPr lvl="1"/>
            <a:r>
              <a:rPr lang="fr-BE" dirty="0" err="1"/>
              <a:t>retrieveCategories</a:t>
            </a:r>
            <a:r>
              <a:rPr lang="fr-BE" dirty="0"/>
              <a:t>(</a:t>
            </a:r>
            <a:r>
              <a:rPr lang="en-US" dirty="0"/>
              <a:t>PDO $</a:t>
            </a:r>
            <a:r>
              <a:rPr lang="en-US" dirty="0" err="1"/>
              <a:t>pdo</a:t>
            </a:r>
            <a:r>
              <a:rPr lang="en-US" dirty="0"/>
              <a:t>): array</a:t>
            </a:r>
            <a:endParaRPr lang="fr-BE" dirty="0"/>
          </a:p>
          <a:p>
            <a:endParaRPr lang="fr-BE" dirty="0"/>
          </a:p>
        </p:txBody>
      </p:sp>
      <p:sp>
        <p:nvSpPr>
          <p:cNvPr id="10" name="ZoneTexte 9">
            <a:extLst>
              <a:ext uri="{FF2B5EF4-FFF2-40B4-BE49-F238E27FC236}">
                <a16:creationId xmlns:a16="http://schemas.microsoft.com/office/drawing/2014/main" id="{711880F6-8AD1-3FE2-F065-69A2A56B613F}"/>
              </a:ext>
            </a:extLst>
          </p:cNvPr>
          <p:cNvSpPr txBox="1"/>
          <p:nvPr/>
        </p:nvSpPr>
        <p:spPr>
          <a:xfrm>
            <a:off x="836612" y="1690688"/>
            <a:ext cx="10515600" cy="1200329"/>
          </a:xfrm>
          <a:prstGeom prst="rect">
            <a:avLst/>
          </a:prstGeom>
          <a:noFill/>
        </p:spPr>
        <p:txBody>
          <a:bodyPr wrap="square" rtlCol="0">
            <a:spAutoFit/>
          </a:bodyPr>
          <a:lstStyle/>
          <a:p>
            <a:pPr algn="ctr"/>
            <a:r>
              <a:rPr lang="fr-BE" sz="2400" b="1" dirty="0"/>
              <a:t>En tant que visiteur, je veux voir les catégories de produits sur la page « produits », afin de connaître les options de filtres sur de la liste de produits.</a:t>
            </a:r>
          </a:p>
        </p:txBody>
      </p:sp>
      <p:sp>
        <p:nvSpPr>
          <p:cNvPr id="2" name="Bande diagonale 1">
            <a:extLst>
              <a:ext uri="{FF2B5EF4-FFF2-40B4-BE49-F238E27FC236}">
                <a16:creationId xmlns:a16="http://schemas.microsoft.com/office/drawing/2014/main" id="{283F5803-E52F-5ADF-647F-8933B645F06A}"/>
              </a:ext>
            </a:extLst>
          </p:cNvPr>
          <p:cNvSpPr/>
          <p:nvPr/>
        </p:nvSpPr>
        <p:spPr>
          <a:xfrm>
            <a:off x="0" y="-1"/>
            <a:ext cx="1998921" cy="1892596"/>
          </a:xfrm>
          <a:prstGeom prst="diagStrip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SHOULD</a:t>
            </a:r>
          </a:p>
        </p:txBody>
      </p:sp>
      <p:sp>
        <p:nvSpPr>
          <p:cNvPr id="3" name="Bande diagonale 2">
            <a:extLst>
              <a:ext uri="{FF2B5EF4-FFF2-40B4-BE49-F238E27FC236}">
                <a16:creationId xmlns:a16="http://schemas.microsoft.com/office/drawing/2014/main" id="{A0B9FA90-F09E-C4C4-FF16-2461B75B98BF}"/>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3</a:t>
            </a:r>
          </a:p>
        </p:txBody>
      </p:sp>
    </p:spTree>
    <p:extLst>
      <p:ext uri="{BB962C8B-B14F-4D97-AF65-F5344CB8AC3E}">
        <p14:creationId xmlns:p14="http://schemas.microsoft.com/office/powerpoint/2010/main" val="1772974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62B0C-8DBC-7BBA-16EF-9CAE284904CB}"/>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4785A23B-4504-4D61-378E-558A15D0E832}"/>
              </a:ext>
            </a:extLst>
          </p:cNvPr>
          <p:cNvSpPr>
            <a:spLocks noGrp="1"/>
          </p:cNvSpPr>
          <p:nvPr>
            <p:ph type="title"/>
          </p:nvPr>
        </p:nvSpPr>
        <p:spPr/>
        <p:txBody>
          <a:bodyPr/>
          <a:lstStyle/>
          <a:p>
            <a:pPr algn="ctr"/>
            <a:r>
              <a:rPr lang="fr-BE" dirty="0"/>
              <a:t>Activation du filtre par catégories</a:t>
            </a:r>
          </a:p>
        </p:txBody>
      </p:sp>
      <p:sp>
        <p:nvSpPr>
          <p:cNvPr id="5" name="Espace réservé du texte 4">
            <a:extLst>
              <a:ext uri="{FF2B5EF4-FFF2-40B4-BE49-F238E27FC236}">
                <a16:creationId xmlns:a16="http://schemas.microsoft.com/office/drawing/2014/main" id="{81A32D8A-93B3-D2FE-F828-4A408C66E70C}"/>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126059F6-0AB7-434F-9D7D-90AB786D7E95}"/>
              </a:ext>
            </a:extLst>
          </p:cNvPr>
          <p:cNvSpPr>
            <a:spLocks noGrp="1"/>
          </p:cNvSpPr>
          <p:nvPr>
            <p:ph sz="half" idx="2"/>
          </p:nvPr>
        </p:nvSpPr>
        <p:spPr>
          <a:xfrm>
            <a:off x="839788" y="3584067"/>
            <a:ext cx="5157787" cy="2605596"/>
          </a:xfrm>
        </p:spPr>
        <p:txBody>
          <a:bodyPr>
            <a:normAutofit fontScale="47500" lnSpcReduction="20000"/>
          </a:bodyPr>
          <a:lstStyle/>
          <a:p>
            <a:r>
              <a:rPr lang="fr-BE" dirty="0"/>
              <a:t>Lorsque l’utilisateur sélectionne une ou plusieurs catégories, puis lorsqu'il valide le filtre, la liste des produits affichée est mise à jour pour ne montrer que les produits correspondant à cette catégorie.</a:t>
            </a:r>
          </a:p>
          <a:p>
            <a:r>
              <a:rPr lang="fr-BE" dirty="0"/>
              <a:t>Comportement du filtre:</a:t>
            </a:r>
          </a:p>
          <a:p>
            <a:pPr lvl="1"/>
            <a:r>
              <a:rPr lang="fr-BE" dirty="0"/>
              <a:t>Si aucune catégorie n'est sélectionnée, tous les produits sont affichés.</a:t>
            </a:r>
          </a:p>
          <a:p>
            <a:pPr lvl="1"/>
            <a:r>
              <a:rPr lang="fr-BE" dirty="0"/>
              <a:t>Si une catégorie est sélectionnée, seuls les produits appartenant au moins à cette catégorie sont affichés.</a:t>
            </a:r>
          </a:p>
          <a:p>
            <a:pPr lvl="1"/>
            <a:r>
              <a:rPr lang="fr-BE" dirty="0"/>
              <a:t>Si plusieurs catégories sont sélectionnés, seuls les produits appartenant à au moins une de ces catégories sont sélectionnés.</a:t>
            </a:r>
          </a:p>
        </p:txBody>
      </p:sp>
      <p:sp>
        <p:nvSpPr>
          <p:cNvPr id="7" name="Espace réservé du texte 6">
            <a:extLst>
              <a:ext uri="{FF2B5EF4-FFF2-40B4-BE49-F238E27FC236}">
                <a16:creationId xmlns:a16="http://schemas.microsoft.com/office/drawing/2014/main" id="{A0045977-71FC-C146-F928-ACB3E77899BE}"/>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C053535E-2400-D2D0-86C7-60C142281058}"/>
              </a:ext>
            </a:extLst>
          </p:cNvPr>
          <p:cNvSpPr>
            <a:spLocks noGrp="1"/>
          </p:cNvSpPr>
          <p:nvPr>
            <p:ph sz="quarter" idx="4"/>
          </p:nvPr>
        </p:nvSpPr>
        <p:spPr>
          <a:xfrm>
            <a:off x="6172200" y="3574923"/>
            <a:ext cx="5183188" cy="2614740"/>
          </a:xfrm>
        </p:spPr>
        <p:txBody>
          <a:bodyPr>
            <a:normAutofit fontScale="47500" lnSpcReduction="20000"/>
          </a:bodyPr>
          <a:lstStyle/>
          <a:p>
            <a:r>
              <a:rPr lang="fr-BE" dirty="0"/>
              <a:t>Un produit peut appartenir à plusieurs catégories.</a:t>
            </a:r>
          </a:p>
          <a:p>
            <a:r>
              <a:rPr lang="fr-BE" dirty="0"/>
              <a:t>Les données provenant de l’extérieur doivent être sécurisées.</a:t>
            </a:r>
          </a:p>
          <a:p>
            <a:r>
              <a:rPr lang="fr-BE" dirty="0"/>
              <a:t>Le filtre doit être appliqué sur la </a:t>
            </a:r>
            <a:r>
              <a:rPr lang="fr-BE" dirty="0" err="1"/>
              <a:t>query</a:t>
            </a:r>
            <a:r>
              <a:rPr lang="fr-BE" dirty="0"/>
              <a:t> SQL (pas en PHP).</a:t>
            </a:r>
          </a:p>
          <a:p>
            <a:r>
              <a:rPr lang="fr-BE" dirty="0"/>
              <a:t>L’utilisateur peut choisir plusieurs catégories:</a:t>
            </a:r>
          </a:p>
          <a:p>
            <a:pPr lvl="1"/>
            <a:r>
              <a:rPr lang="fr-BE" dirty="0"/>
              <a:t>Il faut gérer plusieurs valeurs d’un même champ.</a:t>
            </a:r>
          </a:p>
          <a:p>
            <a:pPr lvl="1"/>
            <a:r>
              <a:rPr lang="fr-BE" dirty="0"/>
              <a:t>Les catégories ne doivent pas s’exclure (union et pas intersection)</a:t>
            </a:r>
          </a:p>
          <a:p>
            <a:pPr lvl="1"/>
            <a:r>
              <a:rPr lang="fr-BE" dirty="0"/>
              <a:t>Si une catégorie n’est pas reconnue, ce filtre n’est pas appliqué.</a:t>
            </a:r>
          </a:p>
          <a:p>
            <a:r>
              <a:rPr lang="fr-BE" dirty="0"/>
              <a:t>Modifier la fonction suivante:</a:t>
            </a:r>
          </a:p>
          <a:p>
            <a:pPr lvl="1"/>
            <a:r>
              <a:rPr lang="fr-BE" dirty="0" err="1"/>
              <a:t>retrieveProducts</a:t>
            </a:r>
            <a:r>
              <a:rPr lang="fr-BE" dirty="0"/>
              <a:t>(</a:t>
            </a:r>
            <a:r>
              <a:rPr lang="en-US" dirty="0"/>
              <a:t>PDO $</a:t>
            </a:r>
            <a:r>
              <a:rPr lang="en-US" dirty="0" err="1"/>
              <a:t>pdo</a:t>
            </a:r>
            <a:r>
              <a:rPr lang="en-US" dirty="0"/>
              <a:t>, array $categories): array</a:t>
            </a:r>
            <a:endParaRPr lang="fr-BE" dirty="0"/>
          </a:p>
          <a:p>
            <a:endParaRPr lang="fr-BE" dirty="0"/>
          </a:p>
        </p:txBody>
      </p:sp>
      <p:sp>
        <p:nvSpPr>
          <p:cNvPr id="10" name="ZoneTexte 9">
            <a:extLst>
              <a:ext uri="{FF2B5EF4-FFF2-40B4-BE49-F238E27FC236}">
                <a16:creationId xmlns:a16="http://schemas.microsoft.com/office/drawing/2014/main" id="{40F77535-178E-BFB2-994E-36C253434B90}"/>
              </a:ext>
            </a:extLst>
          </p:cNvPr>
          <p:cNvSpPr txBox="1"/>
          <p:nvPr/>
        </p:nvSpPr>
        <p:spPr>
          <a:xfrm>
            <a:off x="836612" y="1690688"/>
            <a:ext cx="10515600" cy="1200329"/>
          </a:xfrm>
          <a:prstGeom prst="rect">
            <a:avLst/>
          </a:prstGeom>
          <a:noFill/>
        </p:spPr>
        <p:txBody>
          <a:bodyPr wrap="square" rtlCol="0">
            <a:spAutoFit/>
          </a:bodyPr>
          <a:lstStyle/>
          <a:p>
            <a:pPr algn="ctr"/>
            <a:r>
              <a:rPr lang="fr-BE" sz="2400" b="1" dirty="0"/>
              <a:t>En tant que visiteur, je veux pouvoir filtrer la liste des produits affichés sur la page « produits » en fonction de leurs catégories, afin de trouver rapidement les produits correspondant à mes critères.</a:t>
            </a:r>
          </a:p>
        </p:txBody>
      </p:sp>
      <p:sp>
        <p:nvSpPr>
          <p:cNvPr id="2" name="Bande diagonale 1">
            <a:extLst>
              <a:ext uri="{FF2B5EF4-FFF2-40B4-BE49-F238E27FC236}">
                <a16:creationId xmlns:a16="http://schemas.microsoft.com/office/drawing/2014/main" id="{A05483A5-6B13-37FC-1C50-24864A8F8E51}"/>
              </a:ext>
            </a:extLst>
          </p:cNvPr>
          <p:cNvSpPr/>
          <p:nvPr/>
        </p:nvSpPr>
        <p:spPr>
          <a:xfrm>
            <a:off x="0" y="-1"/>
            <a:ext cx="1998921" cy="1892596"/>
          </a:xfrm>
          <a:prstGeom prst="diagStrip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SHOULD</a:t>
            </a:r>
          </a:p>
        </p:txBody>
      </p:sp>
      <p:sp>
        <p:nvSpPr>
          <p:cNvPr id="3" name="Bande diagonale 2">
            <a:extLst>
              <a:ext uri="{FF2B5EF4-FFF2-40B4-BE49-F238E27FC236}">
                <a16:creationId xmlns:a16="http://schemas.microsoft.com/office/drawing/2014/main" id="{52AC83AF-1F9D-F42A-BEA7-1C2B135473EC}"/>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8</a:t>
            </a:r>
          </a:p>
        </p:txBody>
      </p:sp>
    </p:spTree>
    <p:extLst>
      <p:ext uri="{BB962C8B-B14F-4D97-AF65-F5344CB8AC3E}">
        <p14:creationId xmlns:p14="http://schemas.microsoft.com/office/powerpoint/2010/main" val="31921897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6EB14-FA1F-FF5F-52BE-4F2CFA962550}"/>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15687C25-C4E6-AA4F-7909-0089D6544211}"/>
              </a:ext>
            </a:extLst>
          </p:cNvPr>
          <p:cNvSpPr>
            <a:spLocks noGrp="1"/>
          </p:cNvSpPr>
          <p:nvPr>
            <p:ph type="title"/>
          </p:nvPr>
        </p:nvSpPr>
        <p:spPr/>
        <p:txBody>
          <a:bodyPr/>
          <a:lstStyle/>
          <a:p>
            <a:pPr algn="ctr"/>
            <a:r>
              <a:rPr lang="fr-BE" dirty="0"/>
              <a:t>Dynamisation du classement par prix</a:t>
            </a:r>
          </a:p>
        </p:txBody>
      </p:sp>
      <p:sp>
        <p:nvSpPr>
          <p:cNvPr id="5" name="Espace réservé du texte 4">
            <a:extLst>
              <a:ext uri="{FF2B5EF4-FFF2-40B4-BE49-F238E27FC236}">
                <a16:creationId xmlns:a16="http://schemas.microsoft.com/office/drawing/2014/main" id="{11389443-5F6C-5879-96A0-5B1E53FA41AE}"/>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BCFDC97F-92D0-DC5D-E5F8-2BD665BB53B6}"/>
              </a:ext>
            </a:extLst>
          </p:cNvPr>
          <p:cNvSpPr>
            <a:spLocks noGrp="1"/>
          </p:cNvSpPr>
          <p:nvPr>
            <p:ph sz="half" idx="2"/>
          </p:nvPr>
        </p:nvSpPr>
        <p:spPr>
          <a:xfrm>
            <a:off x="839788" y="3584067"/>
            <a:ext cx="5157787" cy="2605596"/>
          </a:xfrm>
        </p:spPr>
        <p:txBody>
          <a:bodyPr>
            <a:normAutofit fontScale="55000" lnSpcReduction="20000"/>
          </a:bodyPr>
          <a:lstStyle/>
          <a:p>
            <a:r>
              <a:rPr lang="fr-BE" dirty="0"/>
              <a:t>Lorsque l’utilisateur sélectionne le classement par prix, puis lorsqu'il valide le composant, la liste des produits affichée est mise à jour en ordonnant les produits par prix.</a:t>
            </a:r>
          </a:p>
          <a:p>
            <a:r>
              <a:rPr lang="fr-BE" dirty="0"/>
              <a:t>Comportement du formulaire:</a:t>
            </a:r>
          </a:p>
          <a:p>
            <a:pPr lvl="1"/>
            <a:r>
              <a:rPr lang="fr-BE" dirty="0"/>
              <a:t>Par défaut, les produits sont classés par priorité de vente.</a:t>
            </a:r>
          </a:p>
          <a:p>
            <a:pPr lvl="1"/>
            <a:r>
              <a:rPr lang="fr-BE" dirty="0"/>
              <a:t>Si le classement par prix est sélectionné, les produits sont affichés par ordre croissant de prix.</a:t>
            </a:r>
          </a:p>
          <a:p>
            <a:pPr lvl="1"/>
            <a:r>
              <a:rPr lang="fr-BE" dirty="0"/>
              <a:t>Si le classement par prix n’est sélectionné, les produits sont affichés comme par défaut.</a:t>
            </a:r>
          </a:p>
          <a:p>
            <a:pPr lvl="1"/>
            <a:r>
              <a:rPr lang="fr-BE" dirty="0"/>
              <a:t>Lors du rafraîchissement de la page après validation du composant, les champs du formulaire doivent indiquer le classement de prix appliqué.</a:t>
            </a:r>
          </a:p>
        </p:txBody>
      </p:sp>
      <p:sp>
        <p:nvSpPr>
          <p:cNvPr id="7" name="Espace réservé du texte 6">
            <a:extLst>
              <a:ext uri="{FF2B5EF4-FFF2-40B4-BE49-F238E27FC236}">
                <a16:creationId xmlns:a16="http://schemas.microsoft.com/office/drawing/2014/main" id="{4EEA3720-EE43-E87A-DFCB-6556DA35E4E1}"/>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2DF37650-D79A-5899-6DAC-71CFD00B8FB0}"/>
              </a:ext>
            </a:extLst>
          </p:cNvPr>
          <p:cNvSpPr>
            <a:spLocks noGrp="1"/>
          </p:cNvSpPr>
          <p:nvPr>
            <p:ph sz="quarter" idx="4"/>
          </p:nvPr>
        </p:nvSpPr>
        <p:spPr>
          <a:xfrm>
            <a:off x="6172200" y="3574923"/>
            <a:ext cx="5183188" cy="2614740"/>
          </a:xfrm>
        </p:spPr>
        <p:txBody>
          <a:bodyPr>
            <a:normAutofit fontScale="55000" lnSpcReduction="20000"/>
          </a:bodyPr>
          <a:lstStyle/>
          <a:p>
            <a:r>
              <a:rPr lang="fr-BE" dirty="0"/>
              <a:t>Le filtre sur les catégories doit être également appliqué. Il s’agit du même formulaire.</a:t>
            </a:r>
          </a:p>
          <a:p>
            <a:r>
              <a:rPr lang="fr-BE" dirty="0"/>
              <a:t>Quelle méthode HTTP utiliser: GET ou POST?</a:t>
            </a:r>
          </a:p>
          <a:p>
            <a:pPr lvl="1"/>
            <a:r>
              <a:rPr lang="fr-BE" dirty="0"/>
              <a:t>Comment gérer le partage de l’URL?</a:t>
            </a:r>
          </a:p>
          <a:p>
            <a:r>
              <a:rPr lang="fr-BE" dirty="0"/>
              <a:t>Les données provenant de l’extérieur doivent être sécurisées.</a:t>
            </a:r>
          </a:p>
          <a:p>
            <a:r>
              <a:rPr lang="fr-BE" dirty="0"/>
              <a:t>Le classement doit être appliqué sur la </a:t>
            </a:r>
            <a:r>
              <a:rPr lang="fr-BE" dirty="0" err="1"/>
              <a:t>query</a:t>
            </a:r>
            <a:r>
              <a:rPr lang="fr-BE" dirty="0"/>
              <a:t> SQL (pas en PHP).</a:t>
            </a:r>
          </a:p>
          <a:p>
            <a:r>
              <a:rPr lang="fr-BE" dirty="0"/>
              <a:t>Modifier la fonction suivante:</a:t>
            </a:r>
          </a:p>
          <a:p>
            <a:pPr lvl="1"/>
            <a:r>
              <a:rPr lang="fr-BE" dirty="0" err="1"/>
              <a:t>retrieveProducts</a:t>
            </a:r>
            <a:r>
              <a:rPr lang="fr-BE" dirty="0"/>
              <a:t>(</a:t>
            </a:r>
            <a:r>
              <a:rPr lang="en-US" dirty="0"/>
              <a:t>PDO $</a:t>
            </a:r>
            <a:r>
              <a:rPr lang="en-US" dirty="0" err="1"/>
              <a:t>pdo</a:t>
            </a:r>
            <a:r>
              <a:rPr lang="en-US" dirty="0"/>
              <a:t>, array $categories, $order): array</a:t>
            </a:r>
            <a:endParaRPr lang="fr-BE" dirty="0"/>
          </a:p>
          <a:p>
            <a:endParaRPr lang="fr-BE" dirty="0"/>
          </a:p>
        </p:txBody>
      </p:sp>
      <p:sp>
        <p:nvSpPr>
          <p:cNvPr id="10" name="ZoneTexte 9">
            <a:extLst>
              <a:ext uri="{FF2B5EF4-FFF2-40B4-BE49-F238E27FC236}">
                <a16:creationId xmlns:a16="http://schemas.microsoft.com/office/drawing/2014/main" id="{8EB8EBC4-F00B-EE1A-8371-5CEFD4F82037}"/>
              </a:ext>
            </a:extLst>
          </p:cNvPr>
          <p:cNvSpPr txBox="1"/>
          <p:nvPr/>
        </p:nvSpPr>
        <p:spPr>
          <a:xfrm>
            <a:off x="836612" y="1690688"/>
            <a:ext cx="10515600" cy="1200329"/>
          </a:xfrm>
          <a:prstGeom prst="rect">
            <a:avLst/>
          </a:prstGeom>
          <a:noFill/>
        </p:spPr>
        <p:txBody>
          <a:bodyPr wrap="square" rtlCol="0">
            <a:spAutoFit/>
          </a:bodyPr>
          <a:lstStyle/>
          <a:p>
            <a:pPr algn="ctr"/>
            <a:r>
              <a:rPr lang="fr-BE" sz="2400" b="1" dirty="0"/>
              <a:t>En tant que visiteur, je veux pouvoir ordonner la liste des produits affichés sur la page « produits » en fonction de leurs prix, afin de trouver rapidement les produits correspondant à mes critères.</a:t>
            </a:r>
          </a:p>
        </p:txBody>
      </p:sp>
      <p:sp>
        <p:nvSpPr>
          <p:cNvPr id="2" name="Bande diagonale 1">
            <a:extLst>
              <a:ext uri="{FF2B5EF4-FFF2-40B4-BE49-F238E27FC236}">
                <a16:creationId xmlns:a16="http://schemas.microsoft.com/office/drawing/2014/main" id="{CD71C94B-2857-F61F-BB34-A5293DB1223B}"/>
              </a:ext>
            </a:extLst>
          </p:cNvPr>
          <p:cNvSpPr/>
          <p:nvPr/>
        </p:nvSpPr>
        <p:spPr>
          <a:xfrm>
            <a:off x="0" y="-1"/>
            <a:ext cx="1998921" cy="1892596"/>
          </a:xfrm>
          <a:prstGeom prst="diagStrip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COULD</a:t>
            </a:r>
          </a:p>
        </p:txBody>
      </p:sp>
      <p:sp>
        <p:nvSpPr>
          <p:cNvPr id="3" name="Bande diagonale 2">
            <a:extLst>
              <a:ext uri="{FF2B5EF4-FFF2-40B4-BE49-F238E27FC236}">
                <a16:creationId xmlns:a16="http://schemas.microsoft.com/office/drawing/2014/main" id="{08E6AC77-BD27-6427-4E7F-A1DE39EA8540}"/>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5</a:t>
            </a:r>
          </a:p>
        </p:txBody>
      </p:sp>
    </p:spTree>
    <p:extLst>
      <p:ext uri="{BB962C8B-B14F-4D97-AF65-F5344CB8AC3E}">
        <p14:creationId xmlns:p14="http://schemas.microsoft.com/office/powerpoint/2010/main" val="870615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EA508-FD3A-8990-61C8-6B5363F1878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12A7007-97C9-2925-F441-4987A5C44F99}"/>
              </a:ext>
            </a:extLst>
          </p:cNvPr>
          <p:cNvSpPr>
            <a:spLocks noGrp="1"/>
          </p:cNvSpPr>
          <p:nvPr>
            <p:ph type="title"/>
          </p:nvPr>
        </p:nvSpPr>
        <p:spPr/>
        <p:txBody>
          <a:bodyPr/>
          <a:lstStyle/>
          <a:p>
            <a:r>
              <a:rPr lang="fr-BE" dirty="0"/>
              <a:t>Cours 6 - Sprint 4</a:t>
            </a:r>
            <a:br>
              <a:rPr lang="fr-BE" dirty="0"/>
            </a:br>
            <a:r>
              <a:rPr lang="fr-BE" dirty="0"/>
              <a:t>Panier statique</a:t>
            </a:r>
          </a:p>
        </p:txBody>
      </p:sp>
      <p:sp>
        <p:nvSpPr>
          <p:cNvPr id="3" name="Sous-titre 2">
            <a:extLst>
              <a:ext uri="{FF2B5EF4-FFF2-40B4-BE49-F238E27FC236}">
                <a16:creationId xmlns:a16="http://schemas.microsoft.com/office/drawing/2014/main" id="{FEA01D4A-64C8-6635-D7BD-ED24807C8EBB}"/>
              </a:ext>
            </a:extLst>
          </p:cNvPr>
          <p:cNvSpPr>
            <a:spLocks noGrp="1"/>
          </p:cNvSpPr>
          <p:nvPr>
            <p:ph type="body" idx="1"/>
          </p:nvPr>
        </p:nvSpPr>
        <p:spPr/>
        <p:txBody>
          <a:bodyPr/>
          <a:lstStyle/>
          <a:p>
            <a:r>
              <a:rPr lang="fr-BE" dirty="0"/>
              <a:t>PDO - SELECT</a:t>
            </a:r>
          </a:p>
        </p:txBody>
      </p:sp>
      <p:sp>
        <p:nvSpPr>
          <p:cNvPr id="4" name="Bande diagonale 3">
            <a:extLst>
              <a:ext uri="{FF2B5EF4-FFF2-40B4-BE49-F238E27FC236}">
                <a16:creationId xmlns:a16="http://schemas.microsoft.com/office/drawing/2014/main" id="{FE18B9EA-6459-949C-43DC-CB237E2195E8}"/>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9</a:t>
            </a:r>
          </a:p>
        </p:txBody>
      </p:sp>
    </p:spTree>
    <p:extLst>
      <p:ext uri="{BB962C8B-B14F-4D97-AF65-F5344CB8AC3E}">
        <p14:creationId xmlns:p14="http://schemas.microsoft.com/office/powerpoint/2010/main" val="1032759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53B6B-B203-B033-A8FE-C86BCF04682F}"/>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EF488ABD-5F25-4F75-AD81-96233EDAFEF4}"/>
              </a:ext>
            </a:extLst>
          </p:cNvPr>
          <p:cNvSpPr>
            <a:spLocks noGrp="1"/>
          </p:cNvSpPr>
          <p:nvPr>
            <p:ph type="title"/>
          </p:nvPr>
        </p:nvSpPr>
        <p:spPr/>
        <p:txBody>
          <a:bodyPr/>
          <a:lstStyle/>
          <a:p>
            <a:pPr algn="ctr"/>
            <a:r>
              <a:rPr lang="fr-BE" dirty="0"/>
              <a:t>Panier statique</a:t>
            </a:r>
          </a:p>
        </p:txBody>
      </p:sp>
      <p:sp>
        <p:nvSpPr>
          <p:cNvPr id="5" name="Espace réservé du texte 4">
            <a:extLst>
              <a:ext uri="{FF2B5EF4-FFF2-40B4-BE49-F238E27FC236}">
                <a16:creationId xmlns:a16="http://schemas.microsoft.com/office/drawing/2014/main" id="{676DD41D-CB3B-EB13-E280-5CFBE39A583F}"/>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08C5989A-2138-3A48-71A1-AAD33D947176}"/>
              </a:ext>
            </a:extLst>
          </p:cNvPr>
          <p:cNvSpPr>
            <a:spLocks noGrp="1"/>
          </p:cNvSpPr>
          <p:nvPr>
            <p:ph sz="half" idx="2"/>
          </p:nvPr>
        </p:nvSpPr>
        <p:spPr>
          <a:xfrm>
            <a:off x="839788" y="3584067"/>
            <a:ext cx="5157787" cy="2605596"/>
          </a:xfrm>
        </p:spPr>
        <p:txBody>
          <a:bodyPr>
            <a:normAutofit fontScale="32500" lnSpcReduction="20000"/>
          </a:bodyPr>
          <a:lstStyle/>
          <a:p>
            <a:r>
              <a:rPr lang="fr-BE" dirty="0"/>
              <a:t>La page « panier » est accessible via une URL dédiée (ex: /</a:t>
            </a:r>
            <a:r>
              <a:rPr lang="fr-BE" dirty="0" err="1"/>
              <a:t>basket.php</a:t>
            </a:r>
            <a:r>
              <a:rPr lang="fr-BE" dirty="0"/>
              <a:t>).</a:t>
            </a:r>
          </a:p>
          <a:p>
            <a:r>
              <a:rPr lang="fr-BE" dirty="0"/>
              <a:t>Le lien hypertexte de cette page est présent dans le menu secondaire du site (icône d’un panier).</a:t>
            </a:r>
          </a:p>
          <a:p>
            <a:r>
              <a:rPr lang="fr-BE" dirty="0"/>
              <a:t>La page affiche de manière statique une liste d’au moins 4 produits identiques avec:</a:t>
            </a:r>
          </a:p>
          <a:p>
            <a:pPr lvl="1"/>
            <a:r>
              <a:rPr lang="fr-BE" dirty="0"/>
              <a:t>Un nom de produit</a:t>
            </a:r>
          </a:p>
          <a:p>
            <a:pPr lvl="1"/>
            <a:r>
              <a:rPr lang="fr-BE" dirty="0"/>
              <a:t>Une image</a:t>
            </a:r>
          </a:p>
          <a:p>
            <a:pPr lvl="1"/>
            <a:r>
              <a:rPr lang="fr-BE" dirty="0"/>
              <a:t>Une quantité</a:t>
            </a:r>
          </a:p>
          <a:p>
            <a:pPr lvl="1"/>
            <a:r>
              <a:rPr lang="fr-BE" dirty="0"/>
              <a:t>Le prix à l’unité</a:t>
            </a:r>
          </a:p>
          <a:p>
            <a:pPr lvl="1"/>
            <a:r>
              <a:rPr lang="fr-BE" dirty="0"/>
              <a:t>Le prix total (quantité * prix à l’unité) </a:t>
            </a:r>
          </a:p>
          <a:p>
            <a:r>
              <a:rPr lang="fr-BE" dirty="0"/>
              <a:t>La page affiche les totaux:</a:t>
            </a:r>
          </a:p>
          <a:p>
            <a:pPr lvl="1"/>
            <a:r>
              <a:rPr lang="fr-BE" dirty="0"/>
              <a:t>Nombre d’articles  </a:t>
            </a:r>
          </a:p>
          <a:p>
            <a:pPr lvl="1"/>
            <a:r>
              <a:rPr lang="fr-BE" dirty="0"/>
              <a:t>Total HTVA</a:t>
            </a:r>
          </a:p>
          <a:p>
            <a:pPr lvl="1"/>
            <a:r>
              <a:rPr lang="fr-BE" dirty="0"/>
              <a:t>Total TVAC</a:t>
            </a:r>
          </a:p>
          <a:p>
            <a:r>
              <a:rPr lang="fr-BE" dirty="0"/>
              <a:t>Le code HTML est valide et respecte les bonnes pratiques (W3C </a:t>
            </a:r>
            <a:r>
              <a:rPr lang="fr-BE" dirty="0" err="1"/>
              <a:t>validator</a:t>
            </a:r>
            <a:r>
              <a:rPr lang="fr-BE" dirty="0"/>
              <a:t>, balises sémantiques, alt sur images, ...).</a:t>
            </a:r>
          </a:p>
        </p:txBody>
      </p:sp>
      <p:sp>
        <p:nvSpPr>
          <p:cNvPr id="7" name="Espace réservé du texte 6">
            <a:extLst>
              <a:ext uri="{FF2B5EF4-FFF2-40B4-BE49-F238E27FC236}">
                <a16:creationId xmlns:a16="http://schemas.microsoft.com/office/drawing/2014/main" id="{35512FDC-46EC-AF15-AAE0-43C609A14B47}"/>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A65C946D-8392-621E-B040-8B362BDDC41B}"/>
              </a:ext>
            </a:extLst>
          </p:cNvPr>
          <p:cNvSpPr>
            <a:spLocks noGrp="1"/>
          </p:cNvSpPr>
          <p:nvPr>
            <p:ph sz="quarter" idx="4"/>
          </p:nvPr>
        </p:nvSpPr>
        <p:spPr>
          <a:xfrm>
            <a:off x="6172200" y="3574923"/>
            <a:ext cx="5183188" cy="2614740"/>
          </a:xfrm>
        </p:spPr>
        <p:txBody>
          <a:bodyPr>
            <a:normAutofit fontScale="32500" lnSpcReduction="20000"/>
          </a:bodyPr>
          <a:lstStyle/>
          <a:p>
            <a:r>
              <a:rPr lang="fr-BE" dirty="0"/>
              <a:t>Il s’agit d’une simple intégration HTML/CSS. Les données sont donc statiques, càd qu’on ne va pas les rechercher en DB.</a:t>
            </a:r>
          </a:p>
          <a:p>
            <a:r>
              <a:rPr lang="fr-BE" dirty="0"/>
              <a:t>Les totaux ne sont pas calculés pour le moment.</a:t>
            </a:r>
          </a:p>
          <a:p>
            <a:r>
              <a:rPr lang="fr-BE" dirty="0"/>
              <a:t>L’affichage doit être clair, mais peut rester basique.</a:t>
            </a:r>
          </a:p>
        </p:txBody>
      </p:sp>
      <p:sp>
        <p:nvSpPr>
          <p:cNvPr id="10" name="ZoneTexte 9">
            <a:extLst>
              <a:ext uri="{FF2B5EF4-FFF2-40B4-BE49-F238E27FC236}">
                <a16:creationId xmlns:a16="http://schemas.microsoft.com/office/drawing/2014/main" id="{9B77AB5D-6627-7B39-5AE4-308A8C704217}"/>
              </a:ext>
            </a:extLst>
          </p:cNvPr>
          <p:cNvSpPr txBox="1"/>
          <p:nvPr/>
        </p:nvSpPr>
        <p:spPr>
          <a:xfrm>
            <a:off x="836612" y="1690688"/>
            <a:ext cx="10515600" cy="830997"/>
          </a:xfrm>
          <a:prstGeom prst="rect">
            <a:avLst/>
          </a:prstGeom>
          <a:noFill/>
        </p:spPr>
        <p:txBody>
          <a:bodyPr wrap="square" rtlCol="0">
            <a:spAutoFit/>
          </a:bodyPr>
          <a:lstStyle/>
          <a:p>
            <a:pPr algn="ctr"/>
            <a:r>
              <a:rPr lang="fr-BE" sz="2400" b="1" dirty="0"/>
              <a:t>En tant que visiteur,  je veux voir une page « panier » de manière statique, afin de visualiser les produits de ma future commande.</a:t>
            </a:r>
          </a:p>
        </p:txBody>
      </p:sp>
      <p:sp>
        <p:nvSpPr>
          <p:cNvPr id="11" name="Bande diagonale 10">
            <a:extLst>
              <a:ext uri="{FF2B5EF4-FFF2-40B4-BE49-F238E27FC236}">
                <a16:creationId xmlns:a16="http://schemas.microsoft.com/office/drawing/2014/main" id="{059F1A04-6914-A071-5C43-83FD3D10A51A}"/>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2" name="Bande diagonale 1">
            <a:extLst>
              <a:ext uri="{FF2B5EF4-FFF2-40B4-BE49-F238E27FC236}">
                <a16:creationId xmlns:a16="http://schemas.microsoft.com/office/drawing/2014/main" id="{7E6180B5-998A-E3D2-FC07-9298F5F8F351}"/>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5</a:t>
            </a:r>
          </a:p>
        </p:txBody>
      </p:sp>
    </p:spTree>
    <p:extLst>
      <p:ext uri="{BB962C8B-B14F-4D97-AF65-F5344CB8AC3E}">
        <p14:creationId xmlns:p14="http://schemas.microsoft.com/office/powerpoint/2010/main" val="702116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3423C-AD51-E864-5E5C-C7E580AD4B31}"/>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D81A0D35-A0E9-840D-EA13-32223BE4E5E6}"/>
              </a:ext>
            </a:extLst>
          </p:cNvPr>
          <p:cNvSpPr>
            <a:spLocks noGrp="1"/>
          </p:cNvSpPr>
          <p:nvPr>
            <p:ph type="title"/>
          </p:nvPr>
        </p:nvSpPr>
        <p:spPr/>
        <p:txBody>
          <a:bodyPr/>
          <a:lstStyle/>
          <a:p>
            <a:pPr algn="ctr"/>
            <a:r>
              <a:rPr lang="fr-BE" dirty="0"/>
              <a:t>Formulaire d’ajout d’un produit au panier</a:t>
            </a:r>
          </a:p>
        </p:txBody>
      </p:sp>
      <p:sp>
        <p:nvSpPr>
          <p:cNvPr id="5" name="Espace réservé du texte 4">
            <a:extLst>
              <a:ext uri="{FF2B5EF4-FFF2-40B4-BE49-F238E27FC236}">
                <a16:creationId xmlns:a16="http://schemas.microsoft.com/office/drawing/2014/main" id="{A60F3DF4-6BDB-F9C0-DF28-36CFD36DD110}"/>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B73F6991-C23B-C417-49DC-4FEE46C7C2A9}"/>
              </a:ext>
            </a:extLst>
          </p:cNvPr>
          <p:cNvSpPr>
            <a:spLocks noGrp="1"/>
          </p:cNvSpPr>
          <p:nvPr>
            <p:ph sz="half" idx="2"/>
          </p:nvPr>
        </p:nvSpPr>
        <p:spPr>
          <a:xfrm>
            <a:off x="839788" y="3584067"/>
            <a:ext cx="5157787" cy="2605596"/>
          </a:xfrm>
        </p:spPr>
        <p:txBody>
          <a:bodyPr>
            <a:normAutofit fontScale="62500" lnSpcReduction="20000"/>
          </a:bodyPr>
          <a:lstStyle/>
          <a:p>
            <a:r>
              <a:rPr lang="fr-BE" dirty="0"/>
              <a:t>Un composant d’ajout au panier est visible sur la page « produit ».</a:t>
            </a:r>
          </a:p>
          <a:p>
            <a:r>
              <a:rPr lang="fr-BE" dirty="0"/>
              <a:t>Les paramètres d’ajout permettent de :</a:t>
            </a:r>
          </a:p>
          <a:p>
            <a:pPr lvl="1"/>
            <a:r>
              <a:rPr lang="fr-BE" dirty="0"/>
              <a:t>Choisir une quantité de 1 à 5.</a:t>
            </a:r>
          </a:p>
          <a:p>
            <a:r>
              <a:rPr lang="fr-BE" dirty="0"/>
              <a:t>Le composant affiche un bouton ajoutant au panier. </a:t>
            </a:r>
          </a:p>
          <a:p>
            <a:r>
              <a:rPr lang="fr-BE" dirty="0"/>
              <a:t>Lorsque l'utilisateur valide l’ajout, le panier n’est PAS mis à jour.</a:t>
            </a:r>
          </a:p>
          <a:p>
            <a:r>
              <a:rPr lang="fr-BE" dirty="0"/>
              <a:t>Le code HTML est valide et respecte les bonnes pratiques (W3C </a:t>
            </a:r>
            <a:r>
              <a:rPr lang="fr-BE" dirty="0" err="1"/>
              <a:t>validator</a:t>
            </a:r>
            <a:r>
              <a:rPr lang="fr-BE" dirty="0"/>
              <a:t>, labels, ...).</a:t>
            </a:r>
          </a:p>
        </p:txBody>
      </p:sp>
      <p:sp>
        <p:nvSpPr>
          <p:cNvPr id="7" name="Espace réservé du texte 6">
            <a:extLst>
              <a:ext uri="{FF2B5EF4-FFF2-40B4-BE49-F238E27FC236}">
                <a16:creationId xmlns:a16="http://schemas.microsoft.com/office/drawing/2014/main" id="{8EE08DB5-CCCE-C987-EB5E-600668A250AA}"/>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362C0906-C989-D2D7-E515-23191725A875}"/>
              </a:ext>
            </a:extLst>
          </p:cNvPr>
          <p:cNvSpPr>
            <a:spLocks noGrp="1"/>
          </p:cNvSpPr>
          <p:nvPr>
            <p:ph sz="quarter" idx="4"/>
          </p:nvPr>
        </p:nvSpPr>
        <p:spPr>
          <a:xfrm>
            <a:off x="6172200" y="3574923"/>
            <a:ext cx="5183188" cy="2614740"/>
          </a:xfrm>
        </p:spPr>
        <p:txBody>
          <a:bodyPr>
            <a:normAutofit fontScale="62500" lnSpcReduction="20000"/>
          </a:bodyPr>
          <a:lstStyle/>
          <a:p>
            <a:r>
              <a:rPr lang="fr-BE" dirty="0"/>
              <a:t>Il s’agit d’une simple intégration HTML/CSS. Les données sont donc statiques, càd qu’on ne va pas rechercher les données en DB.</a:t>
            </a:r>
          </a:p>
          <a:p>
            <a:r>
              <a:rPr lang="fr-BE" dirty="0"/>
              <a:t>Pour le moment, la limite de la quantité est statique.</a:t>
            </a:r>
          </a:p>
        </p:txBody>
      </p:sp>
      <p:sp>
        <p:nvSpPr>
          <p:cNvPr id="10" name="ZoneTexte 9">
            <a:extLst>
              <a:ext uri="{FF2B5EF4-FFF2-40B4-BE49-F238E27FC236}">
                <a16:creationId xmlns:a16="http://schemas.microsoft.com/office/drawing/2014/main" id="{AB653A9C-EE13-179C-B45F-7DBC05FB3E87}"/>
              </a:ext>
            </a:extLst>
          </p:cNvPr>
          <p:cNvSpPr txBox="1"/>
          <p:nvPr/>
        </p:nvSpPr>
        <p:spPr>
          <a:xfrm>
            <a:off x="836612" y="1690688"/>
            <a:ext cx="10515600" cy="1200329"/>
          </a:xfrm>
          <a:prstGeom prst="rect">
            <a:avLst/>
          </a:prstGeom>
          <a:noFill/>
        </p:spPr>
        <p:txBody>
          <a:bodyPr wrap="square" rtlCol="0">
            <a:spAutoFit/>
          </a:bodyPr>
          <a:lstStyle/>
          <a:p>
            <a:pPr algn="ctr"/>
            <a:r>
              <a:rPr lang="fr-BE" sz="2400" b="1" dirty="0"/>
              <a:t>En tant que visiteur, je veux voir un formulaire proposant ajouter un produit au panier sur la page « produit », afin de comprendre les différentes actions liées à ce produit.</a:t>
            </a:r>
          </a:p>
        </p:txBody>
      </p:sp>
      <p:sp>
        <p:nvSpPr>
          <p:cNvPr id="3" name="Bande diagonale 2">
            <a:extLst>
              <a:ext uri="{FF2B5EF4-FFF2-40B4-BE49-F238E27FC236}">
                <a16:creationId xmlns:a16="http://schemas.microsoft.com/office/drawing/2014/main" id="{BD7B59D9-215E-1364-4D1B-7C25AFF3A58B}"/>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9" name="Bande diagonale 8">
            <a:extLst>
              <a:ext uri="{FF2B5EF4-FFF2-40B4-BE49-F238E27FC236}">
                <a16:creationId xmlns:a16="http://schemas.microsoft.com/office/drawing/2014/main" id="{265A8441-2091-A00A-27E8-C5BD32C07557}"/>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2</a:t>
            </a:r>
          </a:p>
        </p:txBody>
      </p:sp>
    </p:spTree>
    <p:extLst>
      <p:ext uri="{BB962C8B-B14F-4D97-AF65-F5344CB8AC3E}">
        <p14:creationId xmlns:p14="http://schemas.microsoft.com/office/powerpoint/2010/main" val="2474720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F76A1-4512-7E8A-2BBD-B05B6F9BEC15}"/>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24461AFF-1C71-B479-C2B6-82062421A0E6}"/>
              </a:ext>
            </a:extLst>
          </p:cNvPr>
          <p:cNvSpPr>
            <a:spLocks noGrp="1"/>
          </p:cNvSpPr>
          <p:nvPr>
            <p:ph type="title"/>
          </p:nvPr>
        </p:nvSpPr>
        <p:spPr/>
        <p:txBody>
          <a:bodyPr/>
          <a:lstStyle/>
          <a:p>
            <a:pPr algn="ctr"/>
            <a:r>
              <a:rPr lang="fr-BE" dirty="0"/>
              <a:t>Disponibilité du produit</a:t>
            </a:r>
          </a:p>
        </p:txBody>
      </p:sp>
      <p:sp>
        <p:nvSpPr>
          <p:cNvPr id="5" name="Espace réservé du texte 4">
            <a:extLst>
              <a:ext uri="{FF2B5EF4-FFF2-40B4-BE49-F238E27FC236}">
                <a16:creationId xmlns:a16="http://schemas.microsoft.com/office/drawing/2014/main" id="{1CBC7DBD-1DBE-0118-C915-D3D978EB9A86}"/>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BD021C6D-9277-BD95-9C7E-0679D74D1329}"/>
              </a:ext>
            </a:extLst>
          </p:cNvPr>
          <p:cNvSpPr>
            <a:spLocks noGrp="1"/>
          </p:cNvSpPr>
          <p:nvPr>
            <p:ph sz="half" idx="2"/>
          </p:nvPr>
        </p:nvSpPr>
        <p:spPr>
          <a:xfrm>
            <a:off x="839788" y="3584067"/>
            <a:ext cx="5157787" cy="2605596"/>
          </a:xfrm>
        </p:spPr>
        <p:txBody>
          <a:bodyPr>
            <a:normAutofit fontScale="77500" lnSpcReduction="20000"/>
          </a:bodyPr>
          <a:lstStyle/>
          <a:p>
            <a:r>
              <a:rPr lang="fr-BE" dirty="0"/>
              <a:t>Dans la page « produit », le formulaire d’ajout au panier est conditionné par la disponibilité du produit:</a:t>
            </a:r>
          </a:p>
          <a:p>
            <a:pPr lvl="1"/>
            <a:r>
              <a:rPr lang="fr-BE" dirty="0"/>
              <a:t>La quantité ajoutable maximale est limitée au stock.</a:t>
            </a:r>
          </a:p>
          <a:p>
            <a:pPr lvl="1"/>
            <a:r>
              <a:rPr lang="fr-BE" dirty="0"/>
              <a:t>Si le produit n’est plus en stock, la fonctionnalité d’ajout n’est pas présente.</a:t>
            </a:r>
          </a:p>
          <a:p>
            <a:pPr lvl="1"/>
            <a:r>
              <a:rPr lang="fr-BE" dirty="0"/>
              <a:t>Si le produit n’est pas disponible à la vente, la fonctionnalité d’ajout n’est pas présente.</a:t>
            </a:r>
          </a:p>
        </p:txBody>
      </p:sp>
      <p:sp>
        <p:nvSpPr>
          <p:cNvPr id="7" name="Espace réservé du texte 6">
            <a:extLst>
              <a:ext uri="{FF2B5EF4-FFF2-40B4-BE49-F238E27FC236}">
                <a16:creationId xmlns:a16="http://schemas.microsoft.com/office/drawing/2014/main" id="{E84A7150-3FF0-4DDA-C26E-E00C763A014E}"/>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44C5B8D5-5E81-3458-1FDA-A6AF40A9E306}"/>
              </a:ext>
            </a:extLst>
          </p:cNvPr>
          <p:cNvSpPr>
            <a:spLocks noGrp="1"/>
          </p:cNvSpPr>
          <p:nvPr>
            <p:ph sz="quarter" idx="4"/>
          </p:nvPr>
        </p:nvSpPr>
        <p:spPr>
          <a:xfrm>
            <a:off x="6172200" y="3574923"/>
            <a:ext cx="5183188" cy="2614740"/>
          </a:xfrm>
        </p:spPr>
        <p:txBody>
          <a:bodyPr>
            <a:normAutofit fontScale="77500" lnSpcReduction="20000"/>
          </a:bodyPr>
          <a:lstStyle/>
          <a:p>
            <a:r>
              <a:rPr lang="fr-BE" dirty="0"/>
              <a:t>Conditionner l’affichage en fonction du stock du produit et de sa disponibilité à la vente.</a:t>
            </a:r>
          </a:p>
          <a:p>
            <a:r>
              <a:rPr lang="fr-BE" dirty="0"/>
              <a:t>Créez une fonction recevant un produit et retournant un booléen.</a:t>
            </a:r>
          </a:p>
        </p:txBody>
      </p:sp>
      <p:sp>
        <p:nvSpPr>
          <p:cNvPr id="10" name="ZoneTexte 9">
            <a:extLst>
              <a:ext uri="{FF2B5EF4-FFF2-40B4-BE49-F238E27FC236}">
                <a16:creationId xmlns:a16="http://schemas.microsoft.com/office/drawing/2014/main" id="{7C0AFEA7-3E7F-723B-6E68-6A012A185DD6}"/>
              </a:ext>
            </a:extLst>
          </p:cNvPr>
          <p:cNvSpPr txBox="1"/>
          <p:nvPr/>
        </p:nvSpPr>
        <p:spPr>
          <a:xfrm>
            <a:off x="836612" y="1690688"/>
            <a:ext cx="10515600" cy="1200329"/>
          </a:xfrm>
          <a:prstGeom prst="rect">
            <a:avLst/>
          </a:prstGeom>
          <a:noFill/>
        </p:spPr>
        <p:txBody>
          <a:bodyPr wrap="square" rtlCol="0">
            <a:spAutoFit/>
          </a:bodyPr>
          <a:lstStyle/>
          <a:p>
            <a:pPr algn="ctr"/>
            <a:r>
              <a:rPr lang="fr-BE" sz="2400" b="1" dirty="0"/>
              <a:t>En tant que visiteur, je veux bénéficier d’un formulaire d’ajout au panier qui soit conditionné à la disponibilité du produit, afin de ne pas ajouter un produit qui n’est pas disponible.</a:t>
            </a:r>
          </a:p>
        </p:txBody>
      </p:sp>
      <p:sp>
        <p:nvSpPr>
          <p:cNvPr id="2" name="Bande diagonale 1">
            <a:extLst>
              <a:ext uri="{FF2B5EF4-FFF2-40B4-BE49-F238E27FC236}">
                <a16:creationId xmlns:a16="http://schemas.microsoft.com/office/drawing/2014/main" id="{AFF37D76-3A82-2C86-20D7-1B52E02CACAE}"/>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9" name="Bande diagonale 8">
            <a:extLst>
              <a:ext uri="{FF2B5EF4-FFF2-40B4-BE49-F238E27FC236}">
                <a16:creationId xmlns:a16="http://schemas.microsoft.com/office/drawing/2014/main" id="{6C27AFD7-79AE-AA97-1EE8-9C44D7AA617F}"/>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2</a:t>
            </a:r>
          </a:p>
        </p:txBody>
      </p:sp>
    </p:spTree>
    <p:extLst>
      <p:ext uri="{BB962C8B-B14F-4D97-AF65-F5344CB8AC3E}">
        <p14:creationId xmlns:p14="http://schemas.microsoft.com/office/powerpoint/2010/main" val="2905925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00539-113C-0A95-B604-2FB759510BD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217A5F-0CDB-4A16-478A-FE70C8AA152C}"/>
              </a:ext>
            </a:extLst>
          </p:cNvPr>
          <p:cNvSpPr>
            <a:spLocks noGrp="1"/>
          </p:cNvSpPr>
          <p:nvPr>
            <p:ph type="title"/>
          </p:nvPr>
        </p:nvSpPr>
        <p:spPr/>
        <p:txBody>
          <a:bodyPr/>
          <a:lstStyle/>
          <a:p>
            <a:r>
              <a:rPr lang="fr-BE" dirty="0"/>
              <a:t>Cours 7 – Aucun sprint</a:t>
            </a:r>
            <a:br>
              <a:rPr lang="fr-BE" dirty="0"/>
            </a:br>
            <a:r>
              <a:rPr lang="fr-BE" dirty="0"/>
              <a:t>Initiation à JS, au DOM et à AJAX</a:t>
            </a:r>
          </a:p>
        </p:txBody>
      </p:sp>
      <p:sp>
        <p:nvSpPr>
          <p:cNvPr id="3" name="Sous-titre 2">
            <a:extLst>
              <a:ext uri="{FF2B5EF4-FFF2-40B4-BE49-F238E27FC236}">
                <a16:creationId xmlns:a16="http://schemas.microsoft.com/office/drawing/2014/main" id="{A109C736-4506-6181-8C46-A92A5E87217D}"/>
              </a:ext>
            </a:extLst>
          </p:cNvPr>
          <p:cNvSpPr>
            <a:spLocks noGrp="1"/>
          </p:cNvSpPr>
          <p:nvPr>
            <p:ph type="body" idx="1"/>
          </p:nvPr>
        </p:nvSpPr>
        <p:spPr/>
        <p:txBody>
          <a:bodyPr/>
          <a:lstStyle/>
          <a:p>
            <a:endParaRPr lang="fr-BE" dirty="0"/>
          </a:p>
        </p:txBody>
      </p:sp>
    </p:spTree>
    <p:extLst>
      <p:ext uri="{BB962C8B-B14F-4D97-AF65-F5344CB8AC3E}">
        <p14:creationId xmlns:p14="http://schemas.microsoft.com/office/powerpoint/2010/main" val="4169161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1CF1-5A70-41AC-7800-BC138D9C985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9BC6FC-7635-6C83-8C7C-725788154783}"/>
              </a:ext>
            </a:extLst>
          </p:cNvPr>
          <p:cNvSpPr>
            <a:spLocks noGrp="1"/>
          </p:cNvSpPr>
          <p:nvPr>
            <p:ph type="title"/>
          </p:nvPr>
        </p:nvSpPr>
        <p:spPr/>
        <p:txBody>
          <a:bodyPr/>
          <a:lstStyle/>
          <a:p>
            <a:r>
              <a:rPr lang="fr-BE" dirty="0"/>
              <a:t>Cours 8 - Sprint 5</a:t>
            </a:r>
            <a:br>
              <a:rPr lang="fr-BE" dirty="0"/>
            </a:br>
            <a:r>
              <a:rPr lang="fr-BE" dirty="0"/>
              <a:t>Ajout au panier</a:t>
            </a:r>
          </a:p>
        </p:txBody>
      </p:sp>
      <p:sp>
        <p:nvSpPr>
          <p:cNvPr id="3" name="Sous-titre 2">
            <a:extLst>
              <a:ext uri="{FF2B5EF4-FFF2-40B4-BE49-F238E27FC236}">
                <a16:creationId xmlns:a16="http://schemas.microsoft.com/office/drawing/2014/main" id="{64637AA4-AC07-72D2-AF4C-F4D676B6B529}"/>
              </a:ext>
            </a:extLst>
          </p:cNvPr>
          <p:cNvSpPr>
            <a:spLocks noGrp="1"/>
          </p:cNvSpPr>
          <p:nvPr>
            <p:ph type="body" idx="1"/>
          </p:nvPr>
        </p:nvSpPr>
        <p:spPr/>
        <p:txBody>
          <a:bodyPr/>
          <a:lstStyle/>
          <a:p>
            <a:r>
              <a:rPr lang="fr-BE" dirty="0"/>
              <a:t>AJAX, JSON</a:t>
            </a:r>
          </a:p>
          <a:p>
            <a:r>
              <a:rPr lang="fr-BE" dirty="0"/>
              <a:t>PHP sessions</a:t>
            </a:r>
          </a:p>
        </p:txBody>
      </p:sp>
      <p:sp>
        <p:nvSpPr>
          <p:cNvPr id="4" name="Bande diagonale 3">
            <a:extLst>
              <a:ext uri="{FF2B5EF4-FFF2-40B4-BE49-F238E27FC236}">
                <a16:creationId xmlns:a16="http://schemas.microsoft.com/office/drawing/2014/main" id="{DAFFE1C9-63AF-378F-3D84-D639ECA8F400}"/>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13</a:t>
            </a:r>
          </a:p>
        </p:txBody>
      </p:sp>
    </p:spTree>
    <p:extLst>
      <p:ext uri="{BB962C8B-B14F-4D97-AF65-F5344CB8AC3E}">
        <p14:creationId xmlns:p14="http://schemas.microsoft.com/office/powerpoint/2010/main" val="1575216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22E20-8946-1C12-3764-AC97355306F7}"/>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56658792-284B-763D-3CCB-FE6F2EB37A31}"/>
              </a:ext>
            </a:extLst>
          </p:cNvPr>
          <p:cNvSpPr>
            <a:spLocks noGrp="1"/>
          </p:cNvSpPr>
          <p:nvPr>
            <p:ph type="title"/>
          </p:nvPr>
        </p:nvSpPr>
        <p:spPr/>
        <p:txBody>
          <a:bodyPr/>
          <a:lstStyle/>
          <a:p>
            <a:pPr algn="ctr"/>
            <a:r>
              <a:rPr lang="fr-BE" dirty="0"/>
              <a:t>Envoi d’une demande </a:t>
            </a:r>
            <a:br>
              <a:rPr lang="fr-BE" dirty="0"/>
            </a:br>
            <a:r>
              <a:rPr lang="fr-BE" dirty="0"/>
              <a:t>d’ajout d’un produit au panier</a:t>
            </a:r>
          </a:p>
        </p:txBody>
      </p:sp>
      <p:sp>
        <p:nvSpPr>
          <p:cNvPr id="5" name="Espace réservé du texte 4">
            <a:extLst>
              <a:ext uri="{FF2B5EF4-FFF2-40B4-BE49-F238E27FC236}">
                <a16:creationId xmlns:a16="http://schemas.microsoft.com/office/drawing/2014/main" id="{859C5F74-ECA2-9025-C969-AC2C5BA8004D}"/>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6ACBEEB6-8E5B-6195-BA3B-F2074D04B0F3}"/>
              </a:ext>
            </a:extLst>
          </p:cNvPr>
          <p:cNvSpPr>
            <a:spLocks noGrp="1"/>
          </p:cNvSpPr>
          <p:nvPr>
            <p:ph sz="half" idx="2"/>
          </p:nvPr>
        </p:nvSpPr>
        <p:spPr>
          <a:xfrm>
            <a:off x="839788" y="3584067"/>
            <a:ext cx="5157787" cy="2605596"/>
          </a:xfrm>
        </p:spPr>
        <p:txBody>
          <a:bodyPr>
            <a:normAutofit fontScale="40000" lnSpcReduction="20000"/>
          </a:bodyPr>
          <a:lstStyle/>
          <a:p>
            <a:r>
              <a:rPr lang="fr-BE" dirty="0"/>
              <a:t>Sur la page « produit », le bouton d’ajout au panier envoie une instruction en AJAX vers le serveur.</a:t>
            </a:r>
          </a:p>
          <a:p>
            <a:r>
              <a:rPr lang="fr-BE" dirty="0"/>
              <a:t>Les informations envoyées vers le serveur permettent d’identifier le produit de la page produit courante ainsi que la quantité sélectionnée.</a:t>
            </a:r>
          </a:p>
          <a:p>
            <a:r>
              <a:rPr lang="fr-BE" dirty="0"/>
              <a:t>Les données sont enregistrées en session.</a:t>
            </a:r>
          </a:p>
          <a:p>
            <a:r>
              <a:rPr lang="fr-BE" dirty="0"/>
              <a:t>Si le client ajoute plusieurs fois le même produit, les quantités s’additionnent.</a:t>
            </a:r>
          </a:p>
          <a:p>
            <a:r>
              <a:rPr lang="fr-BE" dirty="0"/>
              <a:t>La page du panier n’est PAS mise à jour (la suite après).</a:t>
            </a:r>
          </a:p>
          <a:p>
            <a:r>
              <a:rPr lang="fr-BE" dirty="0"/>
              <a:t>Le serveur retourne une réponse et le navigateur affiche un message d’information à destination du client.</a:t>
            </a:r>
          </a:p>
          <a:p>
            <a:r>
              <a:rPr lang="fr-BE" dirty="0"/>
              <a:t>Après ajout du produit au panier, un lien s’affiche proposant de se rendre sur la page panier.</a:t>
            </a:r>
          </a:p>
        </p:txBody>
      </p:sp>
      <p:sp>
        <p:nvSpPr>
          <p:cNvPr id="7" name="Espace réservé du texte 6">
            <a:extLst>
              <a:ext uri="{FF2B5EF4-FFF2-40B4-BE49-F238E27FC236}">
                <a16:creationId xmlns:a16="http://schemas.microsoft.com/office/drawing/2014/main" id="{31F355B8-C75E-8323-24F1-DE1DF50B9508}"/>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6A505658-60AE-8E2F-4006-21C2D6CC62E5}"/>
              </a:ext>
            </a:extLst>
          </p:cNvPr>
          <p:cNvSpPr>
            <a:spLocks noGrp="1"/>
          </p:cNvSpPr>
          <p:nvPr>
            <p:ph sz="quarter" idx="4"/>
          </p:nvPr>
        </p:nvSpPr>
        <p:spPr>
          <a:xfrm>
            <a:off x="6172200" y="3574923"/>
            <a:ext cx="5183188" cy="2614740"/>
          </a:xfrm>
        </p:spPr>
        <p:txBody>
          <a:bodyPr>
            <a:normAutofit fontScale="40000" lnSpcReduction="20000"/>
          </a:bodyPr>
          <a:lstStyle/>
          <a:p>
            <a:r>
              <a:rPr lang="fr-BE" dirty="0"/>
              <a:t>Il s’agit pour le moment de simplement réaliser la requête AJAX et de traiter le retour du serveur. </a:t>
            </a:r>
          </a:p>
          <a:p>
            <a:r>
              <a:rPr lang="fr-BE" dirty="0"/>
              <a:t>Il faut traiter la requête dans un fichier PHP dédié. Lors d’une demande d’ajout au panier, il faut enregistrer le produit et sa quantité en session. Ne sauvegardez en session que les informations nécessaires.</a:t>
            </a:r>
          </a:p>
          <a:p>
            <a:r>
              <a:rPr lang="fr-BE" dirty="0"/>
              <a:t>Le serveur doit valider que le produit existe bien, qu’il est disponible à la vente et que les stocks sont suffisants pour répondre à la demande.</a:t>
            </a:r>
          </a:p>
          <a:p>
            <a:r>
              <a:rPr lang="fr-BE" dirty="0"/>
              <a:t>L’échange de données devrait se faire dans un format JSON.</a:t>
            </a:r>
          </a:p>
          <a:p>
            <a:r>
              <a:rPr lang="fr-BE" dirty="0"/>
              <a:t>La réponse peut retourner la totalité du panier pour permettre un bon débogage.</a:t>
            </a:r>
          </a:p>
          <a:p>
            <a:r>
              <a:rPr lang="fr-BE" dirty="0"/>
              <a:t>Le client doit gérer d’éventuels réponses d’erreur.</a:t>
            </a:r>
          </a:p>
          <a:p>
            <a:endParaRPr lang="fr-BE" dirty="0"/>
          </a:p>
        </p:txBody>
      </p:sp>
      <p:sp>
        <p:nvSpPr>
          <p:cNvPr id="10" name="ZoneTexte 9">
            <a:extLst>
              <a:ext uri="{FF2B5EF4-FFF2-40B4-BE49-F238E27FC236}">
                <a16:creationId xmlns:a16="http://schemas.microsoft.com/office/drawing/2014/main" id="{AD863422-913D-9B27-B183-C6345DD9F9D8}"/>
              </a:ext>
            </a:extLst>
          </p:cNvPr>
          <p:cNvSpPr txBox="1"/>
          <p:nvPr/>
        </p:nvSpPr>
        <p:spPr>
          <a:xfrm>
            <a:off x="836612" y="1681544"/>
            <a:ext cx="10515600" cy="830997"/>
          </a:xfrm>
          <a:prstGeom prst="rect">
            <a:avLst/>
          </a:prstGeom>
          <a:noFill/>
        </p:spPr>
        <p:txBody>
          <a:bodyPr wrap="square" rtlCol="0">
            <a:spAutoFit/>
          </a:bodyPr>
          <a:lstStyle/>
          <a:p>
            <a:pPr algn="ctr"/>
            <a:r>
              <a:rPr lang="fr-BE" sz="2400" b="1" dirty="0"/>
              <a:t>En tant que visiteur, je veux pouvoir ajouter un produit au panier selon une certaine quantité, afin de définir ma liste d’achat.</a:t>
            </a:r>
          </a:p>
        </p:txBody>
      </p:sp>
      <p:sp>
        <p:nvSpPr>
          <p:cNvPr id="3" name="Bande diagonale 2">
            <a:extLst>
              <a:ext uri="{FF2B5EF4-FFF2-40B4-BE49-F238E27FC236}">
                <a16:creationId xmlns:a16="http://schemas.microsoft.com/office/drawing/2014/main" id="{7B4F2B05-5EB5-C1F9-5A24-1CBEB0D0053F}"/>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9" name="Bande diagonale 8">
            <a:extLst>
              <a:ext uri="{FF2B5EF4-FFF2-40B4-BE49-F238E27FC236}">
                <a16:creationId xmlns:a16="http://schemas.microsoft.com/office/drawing/2014/main" id="{A21E8440-D03D-EBFD-C7B2-8024EA8C997C}"/>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13</a:t>
            </a:r>
          </a:p>
        </p:txBody>
      </p:sp>
    </p:spTree>
    <p:extLst>
      <p:ext uri="{BB962C8B-B14F-4D97-AF65-F5344CB8AC3E}">
        <p14:creationId xmlns:p14="http://schemas.microsoft.com/office/powerpoint/2010/main" val="24738486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7A29E-0C5C-EBD7-CC6D-2322DF4596A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4DE1A7E-2DC1-BB7E-4F30-C99440E4E941}"/>
              </a:ext>
            </a:extLst>
          </p:cNvPr>
          <p:cNvSpPr>
            <a:spLocks noGrp="1"/>
          </p:cNvSpPr>
          <p:nvPr>
            <p:ph type="title"/>
          </p:nvPr>
        </p:nvSpPr>
        <p:spPr/>
        <p:txBody>
          <a:bodyPr/>
          <a:lstStyle/>
          <a:p>
            <a:r>
              <a:rPr lang="fr-BE" dirty="0"/>
              <a:t>Cours 9 - Sprint 6</a:t>
            </a:r>
            <a:br>
              <a:rPr lang="fr-BE" dirty="0"/>
            </a:br>
            <a:r>
              <a:rPr lang="fr-BE" dirty="0"/>
              <a:t>Panier dynamique</a:t>
            </a:r>
          </a:p>
        </p:txBody>
      </p:sp>
      <p:sp>
        <p:nvSpPr>
          <p:cNvPr id="3" name="Sous-titre 2">
            <a:extLst>
              <a:ext uri="{FF2B5EF4-FFF2-40B4-BE49-F238E27FC236}">
                <a16:creationId xmlns:a16="http://schemas.microsoft.com/office/drawing/2014/main" id="{D7DF0A5C-E884-33B7-2223-53FCCDFBEB33}"/>
              </a:ext>
            </a:extLst>
          </p:cNvPr>
          <p:cNvSpPr>
            <a:spLocks noGrp="1"/>
          </p:cNvSpPr>
          <p:nvPr>
            <p:ph type="body" idx="1"/>
          </p:nvPr>
        </p:nvSpPr>
        <p:spPr/>
        <p:txBody>
          <a:bodyPr/>
          <a:lstStyle/>
          <a:p>
            <a:r>
              <a:rPr lang="fr-BE" dirty="0"/>
              <a:t>PHP session</a:t>
            </a:r>
          </a:p>
        </p:txBody>
      </p:sp>
      <p:sp>
        <p:nvSpPr>
          <p:cNvPr id="4" name="Bande diagonale 3">
            <a:extLst>
              <a:ext uri="{FF2B5EF4-FFF2-40B4-BE49-F238E27FC236}">
                <a16:creationId xmlns:a16="http://schemas.microsoft.com/office/drawing/2014/main" id="{F30187CA-BA33-782C-5EED-4329DA93B90C}"/>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11</a:t>
            </a:r>
          </a:p>
        </p:txBody>
      </p:sp>
    </p:spTree>
    <p:extLst>
      <p:ext uri="{BB962C8B-B14F-4D97-AF65-F5344CB8AC3E}">
        <p14:creationId xmlns:p14="http://schemas.microsoft.com/office/powerpoint/2010/main" val="1611359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B60C7-5C54-4D53-B7D2-E493F330B015}"/>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4422ED3F-D690-724F-0A34-6348EA4AA823}"/>
              </a:ext>
            </a:extLst>
          </p:cNvPr>
          <p:cNvSpPr>
            <a:spLocks noGrp="1"/>
          </p:cNvSpPr>
          <p:nvPr>
            <p:ph type="title"/>
          </p:nvPr>
        </p:nvSpPr>
        <p:spPr/>
        <p:txBody>
          <a:bodyPr/>
          <a:lstStyle/>
          <a:p>
            <a:pPr algn="ctr"/>
            <a:r>
              <a:rPr lang="fr-BE" dirty="0"/>
              <a:t>Dynamisation du panier</a:t>
            </a:r>
          </a:p>
        </p:txBody>
      </p:sp>
      <p:sp>
        <p:nvSpPr>
          <p:cNvPr id="5" name="Espace réservé du texte 4">
            <a:extLst>
              <a:ext uri="{FF2B5EF4-FFF2-40B4-BE49-F238E27FC236}">
                <a16:creationId xmlns:a16="http://schemas.microsoft.com/office/drawing/2014/main" id="{928DD771-F275-2625-C0B0-8FC450F310E5}"/>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0D8A5D87-6575-D4EA-27FF-464695C5B96B}"/>
              </a:ext>
            </a:extLst>
          </p:cNvPr>
          <p:cNvSpPr>
            <a:spLocks noGrp="1"/>
          </p:cNvSpPr>
          <p:nvPr>
            <p:ph sz="half" idx="2"/>
          </p:nvPr>
        </p:nvSpPr>
        <p:spPr>
          <a:xfrm>
            <a:off x="839788" y="3584067"/>
            <a:ext cx="5157787" cy="2605596"/>
          </a:xfrm>
        </p:spPr>
        <p:txBody>
          <a:bodyPr>
            <a:normAutofit fontScale="62500" lnSpcReduction="20000"/>
          </a:bodyPr>
          <a:lstStyle/>
          <a:p>
            <a:r>
              <a:rPr lang="fr-BE" dirty="0"/>
              <a:t>La page « panier » affiche désormais les produits effectivement ajoutés au panier, ainsi que leurs quantités respectives.</a:t>
            </a:r>
          </a:p>
          <a:p>
            <a:r>
              <a:rPr lang="fr-BE" dirty="0"/>
              <a:t>Les totaux sont calculés en fonction des produits du panier.</a:t>
            </a:r>
          </a:p>
          <a:p>
            <a:r>
              <a:rPr lang="fr-BE" dirty="0"/>
              <a:t>La TVA appliquée est de 21%.</a:t>
            </a:r>
          </a:p>
        </p:txBody>
      </p:sp>
      <p:sp>
        <p:nvSpPr>
          <p:cNvPr id="7" name="Espace réservé du texte 6">
            <a:extLst>
              <a:ext uri="{FF2B5EF4-FFF2-40B4-BE49-F238E27FC236}">
                <a16:creationId xmlns:a16="http://schemas.microsoft.com/office/drawing/2014/main" id="{BE60DE76-619A-9AED-E720-6F5786EBCB18}"/>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6637F610-98F5-33C5-952C-416FA405F725}"/>
              </a:ext>
            </a:extLst>
          </p:cNvPr>
          <p:cNvSpPr>
            <a:spLocks noGrp="1"/>
          </p:cNvSpPr>
          <p:nvPr>
            <p:ph sz="quarter" idx="4"/>
          </p:nvPr>
        </p:nvSpPr>
        <p:spPr>
          <a:xfrm>
            <a:off x="6172200" y="3574923"/>
            <a:ext cx="5183188" cy="2614740"/>
          </a:xfrm>
        </p:spPr>
        <p:txBody>
          <a:bodyPr>
            <a:normAutofit fontScale="62500" lnSpcReduction="20000"/>
          </a:bodyPr>
          <a:lstStyle/>
          <a:p>
            <a:r>
              <a:rPr lang="fr-BE" dirty="0"/>
              <a:t>La page statique « panier » a déjà été crée. Il faut la rendre dynamique en affichant le contenu de la DB à l’aide de PHP.</a:t>
            </a:r>
          </a:p>
          <a:p>
            <a:r>
              <a:rPr lang="fr-BE" dirty="0"/>
              <a:t>La liste des </a:t>
            </a:r>
            <a:r>
              <a:rPr lang="fr-BE" dirty="0" err="1"/>
              <a:t>ids</a:t>
            </a:r>
            <a:r>
              <a:rPr lang="fr-BE" dirty="0"/>
              <a:t> des produits du panier ainsi que leur quantité proviennent de la session. Il faut bien sûr récupérer le détail des produits en DB.</a:t>
            </a:r>
          </a:p>
          <a:p>
            <a:r>
              <a:rPr lang="fr-BE" dirty="0"/>
              <a:t>Créer les fonctions suivantes :</a:t>
            </a:r>
          </a:p>
          <a:p>
            <a:pPr lvl="1"/>
            <a:r>
              <a:rPr lang="fr-BE" dirty="0" err="1"/>
              <a:t>retrieveProductsByIds</a:t>
            </a:r>
            <a:r>
              <a:rPr lang="fr-BE" dirty="0"/>
              <a:t>(PDO $</a:t>
            </a:r>
            <a:r>
              <a:rPr lang="fr-BE" dirty="0" err="1"/>
              <a:t>pdo</a:t>
            </a:r>
            <a:r>
              <a:rPr lang="fr-BE" dirty="0"/>
              <a:t>, </a:t>
            </a:r>
            <a:r>
              <a:rPr lang="fr-BE" dirty="0" err="1"/>
              <a:t>array</a:t>
            </a:r>
            <a:r>
              <a:rPr lang="fr-BE" dirty="0"/>
              <a:t> $</a:t>
            </a:r>
            <a:r>
              <a:rPr lang="fr-BE" dirty="0" err="1"/>
              <a:t>ids</a:t>
            </a:r>
            <a:r>
              <a:rPr lang="fr-BE" dirty="0"/>
              <a:t>): </a:t>
            </a:r>
            <a:r>
              <a:rPr lang="fr-BE" dirty="0" err="1"/>
              <a:t>array</a:t>
            </a:r>
            <a:endParaRPr lang="fr-BE" dirty="0"/>
          </a:p>
          <a:p>
            <a:pPr lvl="1"/>
            <a:r>
              <a:rPr lang="fr-BE" dirty="0" err="1"/>
              <a:t>calculateTotals</a:t>
            </a:r>
            <a:r>
              <a:rPr lang="fr-BE" dirty="0"/>
              <a:t>(</a:t>
            </a:r>
            <a:r>
              <a:rPr lang="fr-BE" dirty="0" err="1"/>
              <a:t>array</a:t>
            </a:r>
            <a:r>
              <a:rPr lang="fr-BE" dirty="0"/>
              <a:t> $</a:t>
            </a:r>
            <a:r>
              <a:rPr lang="fr-BE" dirty="0" err="1"/>
              <a:t>products</a:t>
            </a:r>
            <a:r>
              <a:rPr lang="fr-BE" dirty="0"/>
              <a:t>): </a:t>
            </a:r>
            <a:r>
              <a:rPr lang="fr-BE" dirty="0" err="1"/>
              <a:t>array</a:t>
            </a:r>
            <a:endParaRPr lang="fr-BE" dirty="0"/>
          </a:p>
          <a:p>
            <a:r>
              <a:rPr lang="fr-BE" dirty="0"/>
              <a:t>La TVA doit être une constante.</a:t>
            </a:r>
          </a:p>
          <a:p>
            <a:endParaRPr lang="fr-BE" dirty="0"/>
          </a:p>
        </p:txBody>
      </p:sp>
      <p:sp>
        <p:nvSpPr>
          <p:cNvPr id="10" name="ZoneTexte 9">
            <a:extLst>
              <a:ext uri="{FF2B5EF4-FFF2-40B4-BE49-F238E27FC236}">
                <a16:creationId xmlns:a16="http://schemas.microsoft.com/office/drawing/2014/main" id="{9426E817-74F8-D09D-97A2-C542B1A64DB0}"/>
              </a:ext>
            </a:extLst>
          </p:cNvPr>
          <p:cNvSpPr txBox="1"/>
          <p:nvPr/>
        </p:nvSpPr>
        <p:spPr>
          <a:xfrm>
            <a:off x="836612" y="1690688"/>
            <a:ext cx="10515600" cy="830997"/>
          </a:xfrm>
          <a:prstGeom prst="rect">
            <a:avLst/>
          </a:prstGeom>
          <a:noFill/>
        </p:spPr>
        <p:txBody>
          <a:bodyPr wrap="square" rtlCol="0">
            <a:spAutoFit/>
          </a:bodyPr>
          <a:lstStyle/>
          <a:p>
            <a:pPr algn="ctr"/>
            <a:r>
              <a:rPr lang="fr-BE" sz="2400" b="1" dirty="0"/>
              <a:t>En tant que visiteur, je veux pouvoir visionner mon panier, afin de connaître les détails de ma future commande.</a:t>
            </a:r>
          </a:p>
        </p:txBody>
      </p:sp>
      <p:sp>
        <p:nvSpPr>
          <p:cNvPr id="3" name="Bande diagonale 2">
            <a:extLst>
              <a:ext uri="{FF2B5EF4-FFF2-40B4-BE49-F238E27FC236}">
                <a16:creationId xmlns:a16="http://schemas.microsoft.com/office/drawing/2014/main" id="{41E41950-50B4-F4A1-F88E-DD3D154E1125}"/>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9" name="Bande diagonale 8">
            <a:extLst>
              <a:ext uri="{FF2B5EF4-FFF2-40B4-BE49-F238E27FC236}">
                <a16:creationId xmlns:a16="http://schemas.microsoft.com/office/drawing/2014/main" id="{F5784A00-7549-F244-3BD7-3E8E5FAB4EBB}"/>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8</a:t>
            </a:r>
          </a:p>
        </p:txBody>
      </p:sp>
    </p:spTree>
    <p:extLst>
      <p:ext uri="{BB962C8B-B14F-4D97-AF65-F5344CB8AC3E}">
        <p14:creationId xmlns:p14="http://schemas.microsoft.com/office/powerpoint/2010/main" val="1928166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1A178-6AC0-5EC8-F61F-A7E1F5AED7F2}"/>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1A0D976A-8428-9CE0-8578-DDAC81ECC58B}"/>
              </a:ext>
            </a:extLst>
          </p:cNvPr>
          <p:cNvSpPr>
            <a:spLocks noGrp="1"/>
          </p:cNvSpPr>
          <p:nvPr>
            <p:ph type="title"/>
          </p:nvPr>
        </p:nvSpPr>
        <p:spPr/>
        <p:txBody>
          <a:bodyPr/>
          <a:lstStyle/>
          <a:p>
            <a:pPr algn="ctr"/>
            <a:r>
              <a:rPr lang="fr-BE" dirty="0"/>
              <a:t>Check de validité du panier</a:t>
            </a:r>
          </a:p>
        </p:txBody>
      </p:sp>
      <p:sp>
        <p:nvSpPr>
          <p:cNvPr id="5" name="Espace réservé du texte 4">
            <a:extLst>
              <a:ext uri="{FF2B5EF4-FFF2-40B4-BE49-F238E27FC236}">
                <a16:creationId xmlns:a16="http://schemas.microsoft.com/office/drawing/2014/main" id="{75D04B3E-249E-DC18-6F7E-DC4A4F516643}"/>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58ABD3B5-AFD9-4C3B-4B0E-885E3655D70C}"/>
              </a:ext>
            </a:extLst>
          </p:cNvPr>
          <p:cNvSpPr>
            <a:spLocks noGrp="1"/>
          </p:cNvSpPr>
          <p:nvPr>
            <p:ph sz="half" idx="2"/>
          </p:nvPr>
        </p:nvSpPr>
        <p:spPr>
          <a:xfrm>
            <a:off x="839788" y="3584067"/>
            <a:ext cx="5157787" cy="2605596"/>
          </a:xfrm>
        </p:spPr>
        <p:txBody>
          <a:bodyPr>
            <a:normAutofit fontScale="47500" lnSpcReduction="20000"/>
          </a:bodyPr>
          <a:lstStyle/>
          <a:p>
            <a:r>
              <a:rPr lang="fr-BE" dirty="0"/>
              <a:t>Pour la page « panier », concerne les cas suivants:</a:t>
            </a:r>
          </a:p>
          <a:p>
            <a:pPr lvl="1"/>
            <a:r>
              <a:rPr lang="fr-BE" dirty="0"/>
              <a:t>Si un produit n’est plus disponible à la vente.</a:t>
            </a:r>
          </a:p>
          <a:p>
            <a:pPr lvl="1"/>
            <a:r>
              <a:rPr lang="fr-BE" dirty="0"/>
              <a:t>Si le stock n’est plus suffisant par rapport à la quantité demandée.</a:t>
            </a:r>
          </a:p>
          <a:p>
            <a:r>
              <a:rPr lang="fr-BE" dirty="0"/>
              <a:t>Dans de tels cas:</a:t>
            </a:r>
          </a:p>
          <a:p>
            <a:pPr lvl="1"/>
            <a:r>
              <a:rPr lang="fr-BE" dirty="0"/>
              <a:t>Le panier est automatiquement mis à jour en fonction des disponibilités.</a:t>
            </a:r>
          </a:p>
          <a:p>
            <a:pPr lvl="1"/>
            <a:r>
              <a:rPr lang="fr-BE" dirty="0"/>
              <a:t>Une notification est affichée pour avertir le client.</a:t>
            </a:r>
          </a:p>
          <a:p>
            <a:endParaRPr lang="fr-BE" dirty="0"/>
          </a:p>
        </p:txBody>
      </p:sp>
      <p:sp>
        <p:nvSpPr>
          <p:cNvPr id="7" name="Espace réservé du texte 6">
            <a:extLst>
              <a:ext uri="{FF2B5EF4-FFF2-40B4-BE49-F238E27FC236}">
                <a16:creationId xmlns:a16="http://schemas.microsoft.com/office/drawing/2014/main" id="{CA0856A8-8231-6D54-72E1-FD102387A06A}"/>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C8A1EEEC-BDFE-0DF3-4065-D190CD0C27D6}"/>
              </a:ext>
            </a:extLst>
          </p:cNvPr>
          <p:cNvSpPr>
            <a:spLocks noGrp="1"/>
          </p:cNvSpPr>
          <p:nvPr>
            <p:ph sz="quarter" idx="4"/>
          </p:nvPr>
        </p:nvSpPr>
        <p:spPr>
          <a:xfrm>
            <a:off x="6172200" y="3574923"/>
            <a:ext cx="5183188" cy="2614740"/>
          </a:xfrm>
        </p:spPr>
        <p:txBody>
          <a:bodyPr>
            <a:normAutofit fontScale="47500" lnSpcReduction="20000"/>
          </a:bodyPr>
          <a:lstStyle/>
          <a:p>
            <a:r>
              <a:rPr lang="fr-BE" dirty="0"/>
              <a:t>Il s’agit d’une précaution dans le cas où le client revient sur un vieux panier. Ceci n’est indispensable que si la session dure suffisamment longtemps pour que l’évolution des stocks puisse compromettre la commande.</a:t>
            </a:r>
          </a:p>
          <a:p>
            <a:r>
              <a:rPr lang="fr-BE" dirty="0"/>
              <a:t>Mettre à jour le panier signifie mettre à jour les données en session.</a:t>
            </a:r>
          </a:p>
          <a:p>
            <a:r>
              <a:rPr lang="fr-BE" dirty="0"/>
              <a:t>Attention, une même validation a déjà dû être réalisée lors de l’ajout d’un produit au panier. Il faut donc éviter de dupliquer cette logique. Un même code doit pouvoir être utilisé dans les deux situations: celle de l’ajout au panier et celle de l’affichage du panier.</a:t>
            </a:r>
          </a:p>
          <a:p>
            <a:r>
              <a:rPr lang="fr-BE" dirty="0"/>
              <a:t>Créer la fonction suivante:</a:t>
            </a:r>
          </a:p>
          <a:p>
            <a:pPr lvl="1"/>
            <a:r>
              <a:rPr lang="fr-BE" dirty="0" err="1"/>
              <a:t>isProductAvailable</a:t>
            </a:r>
            <a:r>
              <a:rPr lang="fr-BE" dirty="0"/>
              <a:t>(</a:t>
            </a:r>
            <a:r>
              <a:rPr lang="fr-BE" dirty="0" err="1"/>
              <a:t>array</a:t>
            </a:r>
            <a:r>
              <a:rPr lang="fr-BE" dirty="0"/>
              <a:t> $</a:t>
            </a:r>
            <a:r>
              <a:rPr lang="fr-BE" dirty="0" err="1"/>
              <a:t>product</a:t>
            </a:r>
            <a:r>
              <a:rPr lang="fr-BE" dirty="0"/>
              <a:t>, $</a:t>
            </a:r>
            <a:r>
              <a:rPr lang="fr-BE" dirty="0" err="1"/>
              <a:t>quantity</a:t>
            </a:r>
            <a:r>
              <a:rPr lang="fr-BE" dirty="0"/>
              <a:t>): </a:t>
            </a:r>
            <a:r>
              <a:rPr lang="fr-BE" dirty="0" err="1"/>
              <a:t>bool</a:t>
            </a:r>
            <a:endParaRPr lang="fr-BE" dirty="0"/>
          </a:p>
        </p:txBody>
      </p:sp>
      <p:sp>
        <p:nvSpPr>
          <p:cNvPr id="10" name="ZoneTexte 9">
            <a:extLst>
              <a:ext uri="{FF2B5EF4-FFF2-40B4-BE49-F238E27FC236}">
                <a16:creationId xmlns:a16="http://schemas.microsoft.com/office/drawing/2014/main" id="{5CFA0E7D-2AA6-9F24-AB5F-2AC1BB92C3CB}"/>
              </a:ext>
            </a:extLst>
          </p:cNvPr>
          <p:cNvSpPr txBox="1"/>
          <p:nvPr/>
        </p:nvSpPr>
        <p:spPr>
          <a:xfrm>
            <a:off x="836612" y="1690688"/>
            <a:ext cx="10515600" cy="830997"/>
          </a:xfrm>
          <a:prstGeom prst="rect">
            <a:avLst/>
          </a:prstGeom>
          <a:noFill/>
        </p:spPr>
        <p:txBody>
          <a:bodyPr wrap="square" rtlCol="0">
            <a:spAutoFit/>
          </a:bodyPr>
          <a:lstStyle/>
          <a:p>
            <a:pPr algn="ctr"/>
            <a:r>
              <a:rPr lang="fr-BE" sz="2400" b="1" dirty="0"/>
              <a:t>En tant que visiteur, je veux être averti si un produit n’est plus disponible, afin de connaître la validité de mon futur achat.</a:t>
            </a:r>
          </a:p>
        </p:txBody>
      </p:sp>
      <p:sp>
        <p:nvSpPr>
          <p:cNvPr id="3" name="Bande diagonale 2">
            <a:extLst>
              <a:ext uri="{FF2B5EF4-FFF2-40B4-BE49-F238E27FC236}">
                <a16:creationId xmlns:a16="http://schemas.microsoft.com/office/drawing/2014/main" id="{D6ADE3DC-5B28-4BA9-8181-1B706A86C873}"/>
              </a:ext>
            </a:extLst>
          </p:cNvPr>
          <p:cNvSpPr/>
          <p:nvPr/>
        </p:nvSpPr>
        <p:spPr>
          <a:xfrm>
            <a:off x="0" y="-1"/>
            <a:ext cx="1998921" cy="1892596"/>
          </a:xfrm>
          <a:prstGeom prst="diagStrip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COULD</a:t>
            </a:r>
          </a:p>
        </p:txBody>
      </p:sp>
      <p:sp>
        <p:nvSpPr>
          <p:cNvPr id="9" name="Bande diagonale 8">
            <a:extLst>
              <a:ext uri="{FF2B5EF4-FFF2-40B4-BE49-F238E27FC236}">
                <a16:creationId xmlns:a16="http://schemas.microsoft.com/office/drawing/2014/main" id="{F7325910-2584-1AD3-DD7B-01D0E6685DF2}"/>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3</a:t>
            </a:r>
          </a:p>
        </p:txBody>
      </p:sp>
    </p:spTree>
    <p:extLst>
      <p:ext uri="{BB962C8B-B14F-4D97-AF65-F5344CB8AC3E}">
        <p14:creationId xmlns:p14="http://schemas.microsoft.com/office/powerpoint/2010/main" val="45399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60F39-8071-57C7-1AC3-53F85CD3944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15B375E-BD58-B6CF-3255-33047BE6A520}"/>
              </a:ext>
            </a:extLst>
          </p:cNvPr>
          <p:cNvSpPr>
            <a:spLocks noGrp="1"/>
          </p:cNvSpPr>
          <p:nvPr>
            <p:ph type="title"/>
          </p:nvPr>
        </p:nvSpPr>
        <p:spPr/>
        <p:txBody>
          <a:bodyPr/>
          <a:lstStyle/>
          <a:p>
            <a:r>
              <a:rPr lang="fr-BE" dirty="0"/>
              <a:t>Cours 10 - Sprint 7</a:t>
            </a:r>
            <a:br>
              <a:rPr lang="fr-BE" dirty="0"/>
            </a:br>
            <a:r>
              <a:rPr lang="fr-BE" dirty="0"/>
              <a:t>Modification du panier</a:t>
            </a:r>
          </a:p>
        </p:txBody>
      </p:sp>
      <p:sp>
        <p:nvSpPr>
          <p:cNvPr id="3" name="Sous-titre 2">
            <a:extLst>
              <a:ext uri="{FF2B5EF4-FFF2-40B4-BE49-F238E27FC236}">
                <a16:creationId xmlns:a16="http://schemas.microsoft.com/office/drawing/2014/main" id="{67F5012F-E0D2-6703-01C3-717171428581}"/>
              </a:ext>
            </a:extLst>
          </p:cNvPr>
          <p:cNvSpPr>
            <a:spLocks noGrp="1"/>
          </p:cNvSpPr>
          <p:nvPr>
            <p:ph type="body" idx="1"/>
          </p:nvPr>
        </p:nvSpPr>
        <p:spPr/>
        <p:txBody>
          <a:bodyPr/>
          <a:lstStyle/>
          <a:p>
            <a:endParaRPr lang="fr-BE" dirty="0"/>
          </a:p>
        </p:txBody>
      </p:sp>
      <p:sp>
        <p:nvSpPr>
          <p:cNvPr id="4" name="Bande diagonale 3">
            <a:extLst>
              <a:ext uri="{FF2B5EF4-FFF2-40B4-BE49-F238E27FC236}">
                <a16:creationId xmlns:a16="http://schemas.microsoft.com/office/drawing/2014/main" id="{C218B594-9435-110C-649F-9C99BC5F1934}"/>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13</a:t>
            </a:r>
          </a:p>
        </p:txBody>
      </p:sp>
    </p:spTree>
    <p:extLst>
      <p:ext uri="{BB962C8B-B14F-4D97-AF65-F5344CB8AC3E}">
        <p14:creationId xmlns:p14="http://schemas.microsoft.com/office/powerpoint/2010/main" val="2914740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DC1C0-B551-9D20-D618-EA1EB561917A}"/>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EDE75CE4-1C81-273B-D94A-6373E29EFBF5}"/>
              </a:ext>
            </a:extLst>
          </p:cNvPr>
          <p:cNvSpPr>
            <a:spLocks noGrp="1"/>
          </p:cNvSpPr>
          <p:nvPr>
            <p:ph type="title"/>
          </p:nvPr>
        </p:nvSpPr>
        <p:spPr/>
        <p:txBody>
          <a:bodyPr/>
          <a:lstStyle/>
          <a:p>
            <a:pPr algn="ctr"/>
            <a:r>
              <a:rPr lang="fr-BE" dirty="0"/>
              <a:t>Modification des quantités dans le panier</a:t>
            </a:r>
          </a:p>
        </p:txBody>
      </p:sp>
      <p:sp>
        <p:nvSpPr>
          <p:cNvPr id="5" name="Espace réservé du texte 4">
            <a:extLst>
              <a:ext uri="{FF2B5EF4-FFF2-40B4-BE49-F238E27FC236}">
                <a16:creationId xmlns:a16="http://schemas.microsoft.com/office/drawing/2014/main" id="{C98AE339-FCBD-326A-03EE-E9BA03507874}"/>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F3C177D5-8020-AB32-E7C8-B2C7E388198F}"/>
              </a:ext>
            </a:extLst>
          </p:cNvPr>
          <p:cNvSpPr>
            <a:spLocks noGrp="1"/>
          </p:cNvSpPr>
          <p:nvPr>
            <p:ph sz="half" idx="2"/>
          </p:nvPr>
        </p:nvSpPr>
        <p:spPr>
          <a:xfrm>
            <a:off x="839788" y="3584067"/>
            <a:ext cx="5157787" cy="2605596"/>
          </a:xfrm>
        </p:spPr>
        <p:txBody>
          <a:bodyPr>
            <a:normAutofit fontScale="70000" lnSpcReduction="20000"/>
          </a:bodyPr>
          <a:lstStyle/>
          <a:p>
            <a:r>
              <a:rPr lang="fr-BE" dirty="0"/>
              <a:t>Sur la page « panier », la quantité de chaque produit est modifiable</a:t>
            </a:r>
          </a:p>
          <a:p>
            <a:r>
              <a:rPr lang="fr-BE" dirty="0"/>
              <a:t>Lorsque l’utilisateur modifie la quantité d’un produit, les totaux du panier sont mis à jour.</a:t>
            </a:r>
          </a:p>
          <a:p>
            <a:r>
              <a:rPr lang="fr-BE" dirty="0"/>
              <a:t>Règles de mise à jour:</a:t>
            </a:r>
          </a:p>
          <a:p>
            <a:pPr lvl="1"/>
            <a:r>
              <a:rPr lang="fr-BE" dirty="0"/>
              <a:t>Si la quantité égale 0, le produit est supprimé.</a:t>
            </a:r>
          </a:p>
          <a:p>
            <a:pPr lvl="1"/>
            <a:r>
              <a:rPr lang="fr-BE" dirty="0"/>
              <a:t>Aucune quantité ne peut être négative. </a:t>
            </a:r>
          </a:p>
          <a:p>
            <a:pPr lvl="1"/>
            <a:r>
              <a:rPr lang="fr-BE" dirty="0"/>
              <a:t>Aucune quantité ne peut dépasser le stock du produit.</a:t>
            </a:r>
          </a:p>
        </p:txBody>
      </p:sp>
      <p:sp>
        <p:nvSpPr>
          <p:cNvPr id="7" name="Espace réservé du texte 6">
            <a:extLst>
              <a:ext uri="{FF2B5EF4-FFF2-40B4-BE49-F238E27FC236}">
                <a16:creationId xmlns:a16="http://schemas.microsoft.com/office/drawing/2014/main" id="{BF4EED3D-4A3B-B4DD-56BD-EC2A2558459D}"/>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137B701F-D170-74BE-0616-1CC877CF2686}"/>
              </a:ext>
            </a:extLst>
          </p:cNvPr>
          <p:cNvSpPr>
            <a:spLocks noGrp="1"/>
          </p:cNvSpPr>
          <p:nvPr>
            <p:ph sz="quarter" idx="4"/>
          </p:nvPr>
        </p:nvSpPr>
        <p:spPr>
          <a:xfrm>
            <a:off x="6172200" y="3574923"/>
            <a:ext cx="5183188" cy="2614740"/>
          </a:xfrm>
        </p:spPr>
        <p:txBody>
          <a:bodyPr>
            <a:normAutofit fontScale="70000" lnSpcReduction="20000"/>
          </a:bodyPr>
          <a:lstStyle/>
          <a:p>
            <a:r>
              <a:rPr lang="fr-BE" dirty="0"/>
              <a:t>L’action doit se faire en AJAX.</a:t>
            </a:r>
          </a:p>
          <a:p>
            <a:r>
              <a:rPr lang="fr-BE" dirty="0"/>
              <a:t>Mettre à jour le panier signifie mettre à jour la session.</a:t>
            </a:r>
          </a:p>
          <a:p>
            <a:r>
              <a:rPr lang="fr-BE" dirty="0"/>
              <a:t>La quantité et les totaux affichés sont mis à jour en JS.</a:t>
            </a:r>
          </a:p>
          <a:p>
            <a:endParaRPr lang="fr-BE" dirty="0"/>
          </a:p>
        </p:txBody>
      </p:sp>
      <p:sp>
        <p:nvSpPr>
          <p:cNvPr id="10" name="ZoneTexte 9">
            <a:extLst>
              <a:ext uri="{FF2B5EF4-FFF2-40B4-BE49-F238E27FC236}">
                <a16:creationId xmlns:a16="http://schemas.microsoft.com/office/drawing/2014/main" id="{9273C445-2396-686E-38DA-057343B53E53}"/>
              </a:ext>
            </a:extLst>
          </p:cNvPr>
          <p:cNvSpPr txBox="1"/>
          <p:nvPr/>
        </p:nvSpPr>
        <p:spPr>
          <a:xfrm>
            <a:off x="836612" y="1690688"/>
            <a:ext cx="10515600" cy="1200329"/>
          </a:xfrm>
          <a:prstGeom prst="rect">
            <a:avLst/>
          </a:prstGeom>
          <a:noFill/>
        </p:spPr>
        <p:txBody>
          <a:bodyPr wrap="square" rtlCol="0">
            <a:spAutoFit/>
          </a:bodyPr>
          <a:lstStyle/>
          <a:p>
            <a:pPr algn="ctr"/>
            <a:r>
              <a:rPr lang="fr-BE" sz="2400" b="1" dirty="0"/>
              <a:t>En tant que visiteur, je veux pouvoir modifier la quantité des produits présents dans mon panier, afin d’affiner la liste de produits de ma future commande.</a:t>
            </a:r>
          </a:p>
        </p:txBody>
      </p:sp>
      <p:sp>
        <p:nvSpPr>
          <p:cNvPr id="3" name="Bande diagonale 2">
            <a:extLst>
              <a:ext uri="{FF2B5EF4-FFF2-40B4-BE49-F238E27FC236}">
                <a16:creationId xmlns:a16="http://schemas.microsoft.com/office/drawing/2014/main" id="{5E7611BD-7A7F-8B0C-E89B-DFD83FA1EDF3}"/>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9" name="Bande diagonale 8">
            <a:extLst>
              <a:ext uri="{FF2B5EF4-FFF2-40B4-BE49-F238E27FC236}">
                <a16:creationId xmlns:a16="http://schemas.microsoft.com/office/drawing/2014/main" id="{83BF979B-F416-0701-B81B-78BEA4A2EAEA}"/>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13</a:t>
            </a:r>
          </a:p>
        </p:txBody>
      </p:sp>
    </p:spTree>
    <p:extLst>
      <p:ext uri="{BB962C8B-B14F-4D97-AF65-F5344CB8AC3E}">
        <p14:creationId xmlns:p14="http://schemas.microsoft.com/office/powerpoint/2010/main" val="2214925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9C745-27C4-CE54-0986-5EA4C7D1F05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B73F82-EE0A-9E1F-AD61-F1334134CB9F}"/>
              </a:ext>
            </a:extLst>
          </p:cNvPr>
          <p:cNvSpPr>
            <a:spLocks noGrp="1"/>
          </p:cNvSpPr>
          <p:nvPr>
            <p:ph type="title"/>
          </p:nvPr>
        </p:nvSpPr>
        <p:spPr/>
        <p:txBody>
          <a:bodyPr/>
          <a:lstStyle/>
          <a:p>
            <a:r>
              <a:rPr lang="fr-BE" dirty="0"/>
              <a:t>Cours 11 - Sprint 8</a:t>
            </a:r>
            <a:br>
              <a:rPr lang="fr-BE" dirty="0"/>
            </a:br>
            <a:r>
              <a:rPr lang="fr-BE" dirty="0"/>
              <a:t>Page de livraison</a:t>
            </a:r>
          </a:p>
        </p:txBody>
      </p:sp>
      <p:sp>
        <p:nvSpPr>
          <p:cNvPr id="3" name="Sous-titre 2">
            <a:extLst>
              <a:ext uri="{FF2B5EF4-FFF2-40B4-BE49-F238E27FC236}">
                <a16:creationId xmlns:a16="http://schemas.microsoft.com/office/drawing/2014/main" id="{1C07EF39-A47B-E59D-CA90-B2584D9C688E}"/>
              </a:ext>
            </a:extLst>
          </p:cNvPr>
          <p:cNvSpPr>
            <a:spLocks noGrp="1"/>
          </p:cNvSpPr>
          <p:nvPr>
            <p:ph type="body" idx="1"/>
          </p:nvPr>
        </p:nvSpPr>
        <p:spPr/>
        <p:txBody>
          <a:bodyPr/>
          <a:lstStyle/>
          <a:p>
            <a:r>
              <a:rPr lang="fr-BE" dirty="0"/>
              <a:t>PDO - INSERT</a:t>
            </a:r>
          </a:p>
        </p:txBody>
      </p:sp>
      <p:sp>
        <p:nvSpPr>
          <p:cNvPr id="4" name="Bande diagonale 3">
            <a:extLst>
              <a:ext uri="{FF2B5EF4-FFF2-40B4-BE49-F238E27FC236}">
                <a16:creationId xmlns:a16="http://schemas.microsoft.com/office/drawing/2014/main" id="{160AC813-1CFB-6957-F022-69E4DA3DDCD7}"/>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16</a:t>
            </a:r>
          </a:p>
        </p:txBody>
      </p:sp>
    </p:spTree>
    <p:extLst>
      <p:ext uri="{BB962C8B-B14F-4D97-AF65-F5344CB8AC3E}">
        <p14:creationId xmlns:p14="http://schemas.microsoft.com/office/powerpoint/2010/main" val="21906708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B6D41-3CCA-A538-1BEA-C799D28CD13B}"/>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45D28E91-128B-496D-A179-F7FB8F90BC32}"/>
              </a:ext>
            </a:extLst>
          </p:cNvPr>
          <p:cNvSpPr>
            <a:spLocks noGrp="1"/>
          </p:cNvSpPr>
          <p:nvPr>
            <p:ph type="title"/>
          </p:nvPr>
        </p:nvSpPr>
        <p:spPr/>
        <p:txBody>
          <a:bodyPr/>
          <a:lstStyle/>
          <a:p>
            <a:pPr algn="ctr"/>
            <a:r>
              <a:rPr lang="fr-BE" dirty="0"/>
              <a:t>Page statique d’adresse de livraison</a:t>
            </a:r>
          </a:p>
        </p:txBody>
      </p:sp>
      <p:sp>
        <p:nvSpPr>
          <p:cNvPr id="5" name="Espace réservé du texte 4">
            <a:extLst>
              <a:ext uri="{FF2B5EF4-FFF2-40B4-BE49-F238E27FC236}">
                <a16:creationId xmlns:a16="http://schemas.microsoft.com/office/drawing/2014/main" id="{9BE02D19-61A3-7CB8-F90E-2AF4E77DF545}"/>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ACAE6766-4646-FCE2-F781-D40DA083D786}"/>
              </a:ext>
            </a:extLst>
          </p:cNvPr>
          <p:cNvSpPr>
            <a:spLocks noGrp="1"/>
          </p:cNvSpPr>
          <p:nvPr>
            <p:ph sz="half" idx="2"/>
          </p:nvPr>
        </p:nvSpPr>
        <p:spPr>
          <a:xfrm>
            <a:off x="839788" y="3584067"/>
            <a:ext cx="5157787" cy="2605596"/>
          </a:xfrm>
        </p:spPr>
        <p:txBody>
          <a:bodyPr>
            <a:normAutofit fontScale="40000" lnSpcReduction="20000"/>
          </a:bodyPr>
          <a:lstStyle/>
          <a:p>
            <a:r>
              <a:rPr lang="fr-BE" dirty="0"/>
              <a:t>La page « livraison » est accessible via une URL dédiée (ex: /</a:t>
            </a:r>
            <a:r>
              <a:rPr lang="fr-BE" dirty="0" err="1"/>
              <a:t>delivry.php</a:t>
            </a:r>
            <a:r>
              <a:rPr lang="fr-BE" dirty="0"/>
              <a:t>).</a:t>
            </a:r>
          </a:p>
          <a:p>
            <a:r>
              <a:rPr lang="fr-BE" dirty="0"/>
              <a:t> La page comprend un formulaire d’adresse de livraison de la commande, avec les champs suivants:</a:t>
            </a:r>
          </a:p>
          <a:p>
            <a:pPr lvl="1"/>
            <a:r>
              <a:rPr lang="fr-BE" dirty="0"/>
              <a:t>Commanditaire:</a:t>
            </a:r>
          </a:p>
          <a:p>
            <a:pPr lvl="2"/>
            <a:r>
              <a:rPr lang="fr-BE" dirty="0"/>
              <a:t>Email de contact</a:t>
            </a:r>
          </a:p>
          <a:p>
            <a:pPr lvl="2"/>
            <a:r>
              <a:rPr lang="fr-BE" dirty="0"/>
              <a:t>Nom</a:t>
            </a:r>
          </a:p>
          <a:p>
            <a:pPr lvl="2"/>
            <a:r>
              <a:rPr lang="fr-BE" dirty="0"/>
              <a:t>Prénom</a:t>
            </a:r>
          </a:p>
          <a:p>
            <a:pPr lvl="1"/>
            <a:r>
              <a:rPr lang="fr-BE" dirty="0"/>
              <a:t>Adresse de livraison:</a:t>
            </a:r>
          </a:p>
          <a:p>
            <a:pPr lvl="2"/>
            <a:r>
              <a:rPr lang="fr-BE" dirty="0"/>
              <a:t>Rue</a:t>
            </a:r>
          </a:p>
          <a:p>
            <a:pPr lvl="2"/>
            <a:r>
              <a:rPr lang="fr-BE" dirty="0"/>
              <a:t>Code postal</a:t>
            </a:r>
          </a:p>
          <a:p>
            <a:pPr lvl="2"/>
            <a:r>
              <a:rPr lang="fr-BE" dirty="0"/>
              <a:t>Ville</a:t>
            </a:r>
          </a:p>
          <a:p>
            <a:pPr lvl="2"/>
            <a:r>
              <a:rPr lang="fr-BE" dirty="0"/>
              <a:t>Pays</a:t>
            </a:r>
          </a:p>
          <a:p>
            <a:r>
              <a:rPr lang="fr-BE" dirty="0"/>
              <a:t>Le code HTML est valide et respecte les bonnes pratiques (W3C </a:t>
            </a:r>
            <a:r>
              <a:rPr lang="fr-BE" dirty="0" err="1"/>
              <a:t>validator</a:t>
            </a:r>
            <a:r>
              <a:rPr lang="fr-BE" dirty="0"/>
              <a:t>, balises sémantiques, alt sur images, ...).</a:t>
            </a:r>
          </a:p>
          <a:p>
            <a:endParaRPr lang="fr-BE" dirty="0"/>
          </a:p>
        </p:txBody>
      </p:sp>
      <p:sp>
        <p:nvSpPr>
          <p:cNvPr id="7" name="Espace réservé du texte 6">
            <a:extLst>
              <a:ext uri="{FF2B5EF4-FFF2-40B4-BE49-F238E27FC236}">
                <a16:creationId xmlns:a16="http://schemas.microsoft.com/office/drawing/2014/main" id="{0E2651D5-E913-06F0-1B94-17EFA17AB430}"/>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2D9761E8-3C33-49BA-425F-985A4014F3FB}"/>
              </a:ext>
            </a:extLst>
          </p:cNvPr>
          <p:cNvSpPr>
            <a:spLocks noGrp="1"/>
          </p:cNvSpPr>
          <p:nvPr>
            <p:ph sz="quarter" idx="4"/>
          </p:nvPr>
        </p:nvSpPr>
        <p:spPr>
          <a:xfrm>
            <a:off x="6172200" y="3574923"/>
            <a:ext cx="5183188" cy="2614740"/>
          </a:xfrm>
        </p:spPr>
        <p:txBody>
          <a:bodyPr>
            <a:normAutofit fontScale="40000" lnSpcReduction="20000"/>
          </a:bodyPr>
          <a:lstStyle/>
          <a:p>
            <a:r>
              <a:rPr lang="fr-BE" dirty="0"/>
              <a:t>Il s’agit d’une simple intégration HTML/CSS. </a:t>
            </a:r>
          </a:p>
          <a:p>
            <a:r>
              <a:rPr lang="fr-BE" dirty="0"/>
              <a:t>L’affichage doit être clair, mais peut rester basique.</a:t>
            </a:r>
          </a:p>
          <a:p>
            <a:endParaRPr lang="fr-BE" dirty="0"/>
          </a:p>
        </p:txBody>
      </p:sp>
      <p:sp>
        <p:nvSpPr>
          <p:cNvPr id="10" name="ZoneTexte 9">
            <a:extLst>
              <a:ext uri="{FF2B5EF4-FFF2-40B4-BE49-F238E27FC236}">
                <a16:creationId xmlns:a16="http://schemas.microsoft.com/office/drawing/2014/main" id="{DC0C2788-F5F7-A415-6894-C41C51BD027A}"/>
              </a:ext>
            </a:extLst>
          </p:cNvPr>
          <p:cNvSpPr txBox="1"/>
          <p:nvPr/>
        </p:nvSpPr>
        <p:spPr>
          <a:xfrm>
            <a:off x="836612" y="1690688"/>
            <a:ext cx="10515600" cy="830997"/>
          </a:xfrm>
          <a:prstGeom prst="rect">
            <a:avLst/>
          </a:prstGeom>
          <a:noFill/>
        </p:spPr>
        <p:txBody>
          <a:bodyPr wrap="square" rtlCol="0">
            <a:spAutoFit/>
          </a:bodyPr>
          <a:lstStyle/>
          <a:p>
            <a:pPr algn="ctr"/>
            <a:r>
              <a:rPr lang="fr-BE" sz="2400" b="1" dirty="0"/>
              <a:t>En tant que client, je veux pouvoir indiquer les informations de livraison postale de ma commande, afin de pouvoir recevoir ma commande.</a:t>
            </a:r>
          </a:p>
        </p:txBody>
      </p:sp>
      <p:sp>
        <p:nvSpPr>
          <p:cNvPr id="3" name="Bande diagonale 2">
            <a:extLst>
              <a:ext uri="{FF2B5EF4-FFF2-40B4-BE49-F238E27FC236}">
                <a16:creationId xmlns:a16="http://schemas.microsoft.com/office/drawing/2014/main" id="{12EBD19D-23C5-70FC-B3CB-07EFFDED28AD}"/>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9" name="Bande diagonale 8">
            <a:extLst>
              <a:ext uri="{FF2B5EF4-FFF2-40B4-BE49-F238E27FC236}">
                <a16:creationId xmlns:a16="http://schemas.microsoft.com/office/drawing/2014/main" id="{AFBFFBE1-C43A-E277-B40D-994FE9088AE1}"/>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5</a:t>
            </a:r>
          </a:p>
        </p:txBody>
      </p:sp>
    </p:spTree>
    <p:extLst>
      <p:ext uri="{BB962C8B-B14F-4D97-AF65-F5344CB8AC3E}">
        <p14:creationId xmlns:p14="http://schemas.microsoft.com/office/powerpoint/2010/main" val="268442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E4265-DDCB-6754-FEB2-F9E2F447A66F}"/>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44E426C1-B714-0CDB-101E-632AFB32115E}"/>
              </a:ext>
            </a:extLst>
          </p:cNvPr>
          <p:cNvSpPr>
            <a:spLocks noGrp="1"/>
          </p:cNvSpPr>
          <p:nvPr>
            <p:ph type="title"/>
          </p:nvPr>
        </p:nvSpPr>
        <p:spPr/>
        <p:txBody>
          <a:bodyPr/>
          <a:lstStyle/>
          <a:p>
            <a:pPr algn="ctr"/>
            <a:r>
              <a:rPr lang="fr-BE" dirty="0"/>
              <a:t>Validation du panier</a:t>
            </a:r>
          </a:p>
        </p:txBody>
      </p:sp>
      <p:sp>
        <p:nvSpPr>
          <p:cNvPr id="5" name="Espace réservé du texte 4">
            <a:extLst>
              <a:ext uri="{FF2B5EF4-FFF2-40B4-BE49-F238E27FC236}">
                <a16:creationId xmlns:a16="http://schemas.microsoft.com/office/drawing/2014/main" id="{99F1533A-8F03-98FA-D36A-74DA8F562CAE}"/>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F0DA12F7-B1CC-1B58-F285-47D8EDEB539C}"/>
              </a:ext>
            </a:extLst>
          </p:cNvPr>
          <p:cNvSpPr>
            <a:spLocks noGrp="1"/>
          </p:cNvSpPr>
          <p:nvPr>
            <p:ph sz="half" idx="2"/>
          </p:nvPr>
        </p:nvSpPr>
        <p:spPr>
          <a:xfrm>
            <a:off x="839788" y="3584067"/>
            <a:ext cx="5157787" cy="2605596"/>
          </a:xfrm>
        </p:spPr>
        <p:txBody>
          <a:bodyPr>
            <a:normAutofit fontScale="92500"/>
          </a:bodyPr>
          <a:lstStyle/>
          <a:p>
            <a:r>
              <a:rPr lang="fr-BE" dirty="0"/>
              <a:t>En bas de la page « panier », un bouton de validation permet de valider le panier.</a:t>
            </a:r>
          </a:p>
          <a:p>
            <a:r>
              <a:rPr lang="fr-BE" dirty="0"/>
              <a:t>Lorsque le panier est validé, le visiteur est redirigé vers la page de livraison.</a:t>
            </a:r>
          </a:p>
        </p:txBody>
      </p:sp>
      <p:sp>
        <p:nvSpPr>
          <p:cNvPr id="7" name="Espace réservé du texte 6">
            <a:extLst>
              <a:ext uri="{FF2B5EF4-FFF2-40B4-BE49-F238E27FC236}">
                <a16:creationId xmlns:a16="http://schemas.microsoft.com/office/drawing/2014/main" id="{407CBE2C-7405-915D-146C-0C938331931E}"/>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EA4DCADA-F65E-6E2C-D00F-166C1F1CFA8A}"/>
              </a:ext>
            </a:extLst>
          </p:cNvPr>
          <p:cNvSpPr>
            <a:spLocks noGrp="1"/>
          </p:cNvSpPr>
          <p:nvPr>
            <p:ph sz="quarter" idx="4"/>
          </p:nvPr>
        </p:nvSpPr>
        <p:spPr>
          <a:xfrm>
            <a:off x="6172200" y="3574923"/>
            <a:ext cx="5183188" cy="2614740"/>
          </a:xfrm>
        </p:spPr>
        <p:txBody>
          <a:bodyPr>
            <a:normAutofit fontScale="92500"/>
          </a:bodyPr>
          <a:lstStyle/>
          <a:p>
            <a:r>
              <a:rPr lang="fr-BE" dirty="0"/>
              <a:t>La requête devrait être effectuée en POST, car il s’agit d’une action de validation.</a:t>
            </a:r>
          </a:p>
          <a:p>
            <a:r>
              <a:rPr lang="fr-BE" dirty="0"/>
              <a:t>Idéalement, il faut valider le panier en vérifiant la bonne disponibilité de chaque produit.</a:t>
            </a:r>
          </a:p>
        </p:txBody>
      </p:sp>
      <p:sp>
        <p:nvSpPr>
          <p:cNvPr id="10" name="ZoneTexte 9">
            <a:extLst>
              <a:ext uri="{FF2B5EF4-FFF2-40B4-BE49-F238E27FC236}">
                <a16:creationId xmlns:a16="http://schemas.microsoft.com/office/drawing/2014/main" id="{6986AD22-912B-B276-6BB6-88CC8F0AA701}"/>
              </a:ext>
            </a:extLst>
          </p:cNvPr>
          <p:cNvSpPr txBox="1"/>
          <p:nvPr/>
        </p:nvSpPr>
        <p:spPr>
          <a:xfrm>
            <a:off x="836612" y="1690688"/>
            <a:ext cx="10515600" cy="830997"/>
          </a:xfrm>
          <a:prstGeom prst="rect">
            <a:avLst/>
          </a:prstGeom>
          <a:noFill/>
        </p:spPr>
        <p:txBody>
          <a:bodyPr wrap="square" rtlCol="0">
            <a:spAutoFit/>
          </a:bodyPr>
          <a:lstStyle/>
          <a:p>
            <a:pPr algn="ctr"/>
            <a:r>
              <a:rPr lang="fr-BE" sz="2400" b="1" dirty="0"/>
              <a:t>En tant que visiteur, je veux pouvoir valider mon panier, afin de passer commande.</a:t>
            </a:r>
          </a:p>
        </p:txBody>
      </p:sp>
      <p:sp>
        <p:nvSpPr>
          <p:cNvPr id="3" name="Bande diagonale 2">
            <a:extLst>
              <a:ext uri="{FF2B5EF4-FFF2-40B4-BE49-F238E27FC236}">
                <a16:creationId xmlns:a16="http://schemas.microsoft.com/office/drawing/2014/main" id="{1F50BBC7-978E-F47E-931B-FA8515DC86E1}"/>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9" name="Bande diagonale 8">
            <a:extLst>
              <a:ext uri="{FF2B5EF4-FFF2-40B4-BE49-F238E27FC236}">
                <a16:creationId xmlns:a16="http://schemas.microsoft.com/office/drawing/2014/main" id="{978B4EDC-316C-8B80-C9B5-D810F0166A31}"/>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3</a:t>
            </a:r>
          </a:p>
        </p:txBody>
      </p:sp>
    </p:spTree>
    <p:extLst>
      <p:ext uri="{BB962C8B-B14F-4D97-AF65-F5344CB8AC3E}">
        <p14:creationId xmlns:p14="http://schemas.microsoft.com/office/powerpoint/2010/main" val="18023170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6C3D4-E05A-DBFB-0D3C-0DB52E85F93C}"/>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E19C6A7C-DA47-8545-10CB-349A7DE5613E}"/>
              </a:ext>
            </a:extLst>
          </p:cNvPr>
          <p:cNvSpPr>
            <a:spLocks noGrp="1"/>
          </p:cNvSpPr>
          <p:nvPr>
            <p:ph type="title"/>
          </p:nvPr>
        </p:nvSpPr>
        <p:spPr/>
        <p:txBody>
          <a:bodyPr/>
          <a:lstStyle/>
          <a:p>
            <a:pPr algn="ctr"/>
            <a:r>
              <a:rPr lang="fr-BE" dirty="0"/>
              <a:t>Confirmation de commande</a:t>
            </a:r>
          </a:p>
        </p:txBody>
      </p:sp>
      <p:sp>
        <p:nvSpPr>
          <p:cNvPr id="5" name="Espace réservé du texte 4">
            <a:extLst>
              <a:ext uri="{FF2B5EF4-FFF2-40B4-BE49-F238E27FC236}">
                <a16:creationId xmlns:a16="http://schemas.microsoft.com/office/drawing/2014/main" id="{2B155F79-C87B-BD67-75BE-99FCAE1A0662}"/>
              </a:ext>
            </a:extLst>
          </p:cNvPr>
          <p:cNvSpPr>
            <a:spLocks noGrp="1"/>
          </p:cNvSpPr>
          <p:nvPr>
            <p:ph type="body" idx="1"/>
          </p:nvPr>
        </p:nvSpPr>
        <p:spPr>
          <a:xfrm>
            <a:off x="839788" y="2741867"/>
            <a:ext cx="5157787" cy="823912"/>
          </a:xfrm>
        </p:spPr>
        <p:txBody>
          <a:bodyPr/>
          <a:lstStyle/>
          <a:p>
            <a:pPr algn="ctr"/>
            <a:r>
              <a:rPr lang="fr-BE" b="0" dirty="0"/>
              <a:t>Critères d’acceptation</a:t>
            </a:r>
          </a:p>
        </p:txBody>
      </p:sp>
      <p:sp>
        <p:nvSpPr>
          <p:cNvPr id="6" name="Espace réservé du contenu 5">
            <a:extLst>
              <a:ext uri="{FF2B5EF4-FFF2-40B4-BE49-F238E27FC236}">
                <a16:creationId xmlns:a16="http://schemas.microsoft.com/office/drawing/2014/main" id="{E6A591E1-B21A-026E-2691-5252418599CD}"/>
              </a:ext>
            </a:extLst>
          </p:cNvPr>
          <p:cNvSpPr>
            <a:spLocks noGrp="1"/>
          </p:cNvSpPr>
          <p:nvPr>
            <p:ph sz="half" idx="2"/>
          </p:nvPr>
        </p:nvSpPr>
        <p:spPr>
          <a:xfrm>
            <a:off x="839788" y="3584067"/>
            <a:ext cx="5157787" cy="2605596"/>
          </a:xfrm>
        </p:spPr>
        <p:txBody>
          <a:bodyPr>
            <a:normAutofit fontScale="70000" lnSpcReduction="20000"/>
          </a:bodyPr>
          <a:lstStyle/>
          <a:p>
            <a:r>
              <a:rPr lang="fr-BE" dirty="0"/>
              <a:t>Sur la page de livraison, un bouton de confirmation valide et enregistre la commande.</a:t>
            </a:r>
          </a:p>
          <a:p>
            <a:r>
              <a:rPr lang="fr-BE" dirty="0"/>
              <a:t>Un récapitulatif de de la commande est affiché, comprenant  au moins:</a:t>
            </a:r>
          </a:p>
          <a:p>
            <a:pPr lvl="1"/>
            <a:r>
              <a:rPr lang="fr-BE" dirty="0"/>
              <a:t>Le numéro de la commande.</a:t>
            </a:r>
          </a:p>
          <a:p>
            <a:pPr lvl="1"/>
            <a:r>
              <a:rPr lang="fr-BE" dirty="0"/>
              <a:t>Le nombre de produits.</a:t>
            </a:r>
          </a:p>
          <a:p>
            <a:pPr lvl="1"/>
            <a:r>
              <a:rPr lang="fr-BE" dirty="0"/>
              <a:t>Le prix total de la commande.</a:t>
            </a:r>
          </a:p>
          <a:p>
            <a:pPr lvl="1"/>
            <a:r>
              <a:rPr lang="fr-BE" dirty="0"/>
              <a:t>Les informations de livraison.</a:t>
            </a:r>
          </a:p>
          <a:p>
            <a:r>
              <a:rPr lang="fr-BE" dirty="0"/>
              <a:t>Les stocks des produits sont mis à jour.</a:t>
            </a:r>
          </a:p>
          <a:p>
            <a:endParaRPr lang="fr-BE" dirty="0"/>
          </a:p>
        </p:txBody>
      </p:sp>
      <p:sp>
        <p:nvSpPr>
          <p:cNvPr id="7" name="Espace réservé du texte 6">
            <a:extLst>
              <a:ext uri="{FF2B5EF4-FFF2-40B4-BE49-F238E27FC236}">
                <a16:creationId xmlns:a16="http://schemas.microsoft.com/office/drawing/2014/main" id="{C211BED1-71BD-DDF6-08D8-AD866EFBD7A7}"/>
              </a:ext>
            </a:extLst>
          </p:cNvPr>
          <p:cNvSpPr>
            <a:spLocks noGrp="1"/>
          </p:cNvSpPr>
          <p:nvPr>
            <p:ph type="body" sz="quarter" idx="3"/>
          </p:nvPr>
        </p:nvSpPr>
        <p:spPr>
          <a:xfrm>
            <a:off x="6172200" y="2732723"/>
            <a:ext cx="5183188" cy="823912"/>
          </a:xfrm>
        </p:spPr>
        <p:txBody>
          <a:bodyPr/>
          <a:lstStyle/>
          <a:p>
            <a:pPr algn="ctr"/>
            <a:r>
              <a:rPr lang="fr-BE" b="0" dirty="0"/>
              <a:t>Conseils techniques</a:t>
            </a:r>
          </a:p>
        </p:txBody>
      </p:sp>
      <p:sp>
        <p:nvSpPr>
          <p:cNvPr id="8" name="Espace réservé du contenu 7">
            <a:extLst>
              <a:ext uri="{FF2B5EF4-FFF2-40B4-BE49-F238E27FC236}">
                <a16:creationId xmlns:a16="http://schemas.microsoft.com/office/drawing/2014/main" id="{9BB4154F-2F88-1ED6-86EB-0F5BC129A2BE}"/>
              </a:ext>
            </a:extLst>
          </p:cNvPr>
          <p:cNvSpPr>
            <a:spLocks noGrp="1"/>
          </p:cNvSpPr>
          <p:nvPr>
            <p:ph sz="quarter" idx="4"/>
          </p:nvPr>
        </p:nvSpPr>
        <p:spPr>
          <a:xfrm>
            <a:off x="6172200" y="3574923"/>
            <a:ext cx="5183188" cy="2614740"/>
          </a:xfrm>
        </p:spPr>
        <p:txBody>
          <a:bodyPr>
            <a:normAutofit fontScale="70000" lnSpcReduction="20000"/>
          </a:bodyPr>
          <a:lstStyle/>
          <a:p>
            <a:r>
              <a:rPr lang="fr-BE" dirty="0"/>
              <a:t>La page livraison a déjà été créée. Il faut désormais traiter la soumission du formulaire.</a:t>
            </a:r>
          </a:p>
          <a:p>
            <a:r>
              <a:rPr lang="fr-BE" dirty="0"/>
              <a:t>La commande doit être enregistrée en DB.</a:t>
            </a:r>
          </a:p>
          <a:p>
            <a:pPr marL="0" indent="0">
              <a:buNone/>
            </a:pPr>
            <a:endParaRPr lang="fr-BE" dirty="0"/>
          </a:p>
          <a:p>
            <a:endParaRPr lang="fr-BE" dirty="0"/>
          </a:p>
        </p:txBody>
      </p:sp>
      <p:sp>
        <p:nvSpPr>
          <p:cNvPr id="10" name="ZoneTexte 9">
            <a:extLst>
              <a:ext uri="{FF2B5EF4-FFF2-40B4-BE49-F238E27FC236}">
                <a16:creationId xmlns:a16="http://schemas.microsoft.com/office/drawing/2014/main" id="{FE6ABD40-2785-8769-449B-C7EDD777EFCB}"/>
              </a:ext>
            </a:extLst>
          </p:cNvPr>
          <p:cNvSpPr txBox="1"/>
          <p:nvPr/>
        </p:nvSpPr>
        <p:spPr>
          <a:xfrm>
            <a:off x="836612" y="1690688"/>
            <a:ext cx="10515600" cy="830997"/>
          </a:xfrm>
          <a:prstGeom prst="rect">
            <a:avLst/>
          </a:prstGeom>
          <a:noFill/>
        </p:spPr>
        <p:txBody>
          <a:bodyPr wrap="square" rtlCol="0">
            <a:spAutoFit/>
          </a:bodyPr>
          <a:lstStyle/>
          <a:p>
            <a:pPr algn="ctr"/>
            <a:r>
              <a:rPr lang="fr-BE" sz="2400" b="1" dirty="0"/>
              <a:t>En tant que client, je veux pouvoir confirmer ma commande, afin d’activer le processus d’envoi de ma commande.</a:t>
            </a:r>
          </a:p>
        </p:txBody>
      </p:sp>
      <p:sp>
        <p:nvSpPr>
          <p:cNvPr id="3" name="Bande diagonale 2">
            <a:extLst>
              <a:ext uri="{FF2B5EF4-FFF2-40B4-BE49-F238E27FC236}">
                <a16:creationId xmlns:a16="http://schemas.microsoft.com/office/drawing/2014/main" id="{564CB57E-0F92-8106-F5B7-4A51942C5A5C}"/>
              </a:ext>
            </a:extLst>
          </p:cNvPr>
          <p:cNvSpPr/>
          <p:nvPr/>
        </p:nvSpPr>
        <p:spPr>
          <a:xfrm>
            <a:off x="0" y="-1"/>
            <a:ext cx="1998921" cy="1892596"/>
          </a:xfrm>
          <a:prstGeom prst="diagStri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tx1"/>
                </a:solidFill>
              </a:rPr>
              <a:t>MUST</a:t>
            </a:r>
          </a:p>
        </p:txBody>
      </p:sp>
      <p:sp>
        <p:nvSpPr>
          <p:cNvPr id="9" name="Bande diagonale 8">
            <a:extLst>
              <a:ext uri="{FF2B5EF4-FFF2-40B4-BE49-F238E27FC236}">
                <a16:creationId xmlns:a16="http://schemas.microsoft.com/office/drawing/2014/main" id="{1AF8CBE8-8F96-3A96-8660-472F1DD22766}"/>
              </a:ext>
            </a:extLst>
          </p:cNvPr>
          <p:cNvSpPr/>
          <p:nvPr/>
        </p:nvSpPr>
        <p:spPr>
          <a:xfrm rot="5400000">
            <a:off x="10243066" y="53161"/>
            <a:ext cx="1998921" cy="1892596"/>
          </a:xfrm>
          <a:prstGeom prst="diagStripe">
            <a:avLst/>
          </a:prstGeom>
          <a:solidFill>
            <a:schemeClr val="bg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2">
                    <a:lumMod val="50000"/>
                  </a:schemeClr>
                </a:solidFill>
              </a:rPr>
              <a:t>8</a:t>
            </a:r>
          </a:p>
        </p:txBody>
      </p:sp>
    </p:spTree>
    <p:extLst>
      <p:ext uri="{BB962C8B-B14F-4D97-AF65-F5344CB8AC3E}">
        <p14:creationId xmlns:p14="http://schemas.microsoft.com/office/powerpoint/2010/main" val="6031607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B074F-D8F0-6953-2C2D-181A80ADE74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F7C687-9495-A54E-EAEF-0320E5EF5A03}"/>
              </a:ext>
            </a:extLst>
          </p:cNvPr>
          <p:cNvSpPr>
            <a:spLocks noGrp="1"/>
          </p:cNvSpPr>
          <p:nvPr>
            <p:ph type="title"/>
          </p:nvPr>
        </p:nvSpPr>
        <p:spPr/>
        <p:txBody>
          <a:bodyPr/>
          <a:lstStyle/>
          <a:p>
            <a:r>
              <a:rPr lang="fr-BE" dirty="0"/>
              <a:t>Cours 12 – Aucun sprint</a:t>
            </a:r>
            <a:br>
              <a:rPr lang="fr-BE" dirty="0"/>
            </a:br>
            <a:r>
              <a:rPr lang="fr-BE" dirty="0"/>
              <a:t>Révisions</a:t>
            </a:r>
          </a:p>
        </p:txBody>
      </p:sp>
      <p:sp>
        <p:nvSpPr>
          <p:cNvPr id="3" name="Sous-titre 2">
            <a:extLst>
              <a:ext uri="{FF2B5EF4-FFF2-40B4-BE49-F238E27FC236}">
                <a16:creationId xmlns:a16="http://schemas.microsoft.com/office/drawing/2014/main" id="{37CE19B3-23E9-E698-F6C8-1577B617BC45}"/>
              </a:ext>
            </a:extLst>
          </p:cNvPr>
          <p:cNvSpPr>
            <a:spLocks noGrp="1"/>
          </p:cNvSpPr>
          <p:nvPr>
            <p:ph type="body" idx="1"/>
          </p:nvPr>
        </p:nvSpPr>
        <p:spPr/>
        <p:txBody>
          <a:bodyPr/>
          <a:lstStyle/>
          <a:p>
            <a:endParaRPr lang="fr-BE" dirty="0"/>
          </a:p>
        </p:txBody>
      </p:sp>
    </p:spTree>
    <p:extLst>
      <p:ext uri="{BB962C8B-B14F-4D97-AF65-F5344CB8AC3E}">
        <p14:creationId xmlns:p14="http://schemas.microsoft.com/office/powerpoint/2010/main" val="175008526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2929</TotalTime>
  <Words>4014</Words>
  <Application>Microsoft Office PowerPoint</Application>
  <PresentationFormat>Grand écran</PresentationFormat>
  <Paragraphs>422</Paragraphs>
  <Slides>36</Slides>
  <Notes>0</Notes>
  <HiddenSlides>1</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36</vt:i4>
      </vt:variant>
    </vt:vector>
  </HeadingPairs>
  <TitlesOfParts>
    <vt:vector size="40" baseType="lpstr">
      <vt:lpstr>Aptos</vt:lpstr>
      <vt:lpstr>Aptos Display</vt:lpstr>
      <vt:lpstr>Arial</vt:lpstr>
      <vt:lpstr>Thème Office</vt:lpstr>
      <vt:lpstr>Projet</vt:lpstr>
      <vt:lpstr>Préambule</vt:lpstr>
      <vt:lpstr>Organisation des tâches</vt:lpstr>
      <vt:lpstr>Utilisation de l’IA lors du projet</vt:lpstr>
      <vt:lpstr>Cours 1 – Aucun sprint  Révisions</vt:lpstr>
      <vt:lpstr>Cours 2 - Sprint 0  Conception DB</vt:lpstr>
      <vt:lpstr>Concevoir le schéma et ajouter des données </vt:lpstr>
      <vt:lpstr>Cours 3 - Sprint 1 Pages produits statiques</vt:lpstr>
      <vt:lpstr>Fiche statique d’un produit</vt:lpstr>
      <vt:lpstr>Liste statique des produits</vt:lpstr>
      <vt:lpstr>Cours 4 - Sprint 2 Pages produits dynamiques</vt:lpstr>
      <vt:lpstr>Dynamisation de la fiche d’un produit</vt:lpstr>
      <vt:lpstr>Dynamisation de la liste des produits</vt:lpstr>
      <vt:lpstr>Options d’affichage des produits</vt:lpstr>
      <vt:lpstr>Pagination de la liste des produits</vt:lpstr>
      <vt:lpstr>Cours 5 - Sprint 3 Filtre des produits</vt:lpstr>
      <vt:lpstr>Dynamisation du filtre par catégories</vt:lpstr>
      <vt:lpstr>Activation du filtre par catégories</vt:lpstr>
      <vt:lpstr>Dynamisation du classement par prix</vt:lpstr>
      <vt:lpstr>Cours 6 - Sprint 4 Panier statique</vt:lpstr>
      <vt:lpstr>Panier statique</vt:lpstr>
      <vt:lpstr>Formulaire d’ajout d’un produit au panier</vt:lpstr>
      <vt:lpstr>Disponibilité du produit</vt:lpstr>
      <vt:lpstr>Cours 7 – Aucun sprint Initiation à JS, au DOM et à AJAX</vt:lpstr>
      <vt:lpstr>Cours 8 - Sprint 5 Ajout au panier</vt:lpstr>
      <vt:lpstr>Envoi d’une demande  d’ajout d’un produit au panier</vt:lpstr>
      <vt:lpstr>Cours 9 - Sprint 6 Panier dynamique</vt:lpstr>
      <vt:lpstr>Dynamisation du panier</vt:lpstr>
      <vt:lpstr>Check de validité du panier</vt:lpstr>
      <vt:lpstr>Cours 10 - Sprint 7 Modification du panier</vt:lpstr>
      <vt:lpstr>Modification des quantités dans le panier</vt:lpstr>
      <vt:lpstr>Cours 11 - Sprint 8 Page de livraison</vt:lpstr>
      <vt:lpstr>Page statique d’adresse de livraison</vt:lpstr>
      <vt:lpstr>Validation du panier</vt:lpstr>
      <vt:lpstr>Confirmation de commande</vt:lpstr>
      <vt:lpstr>Cours 12 – Aucun sprint Révisions</vt:lpstr>
    </vt:vector>
  </TitlesOfParts>
  <Company>Ephec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LEFEBVRE Raphaël</dc:creator>
  <cp:lastModifiedBy>LEFEBVRE Raphaël</cp:lastModifiedBy>
  <cp:revision>1</cp:revision>
  <dcterms:created xsi:type="dcterms:W3CDTF">2025-07-02T13:48:55Z</dcterms:created>
  <dcterms:modified xsi:type="dcterms:W3CDTF">2025-08-12T09:22:12Z</dcterms:modified>
</cp:coreProperties>
</file>