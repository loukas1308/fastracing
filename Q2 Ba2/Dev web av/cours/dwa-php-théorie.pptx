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273" r:id="rId3"/>
    <p:sldId id="284" r:id="rId4"/>
    <p:sldId id="287" r:id="rId5"/>
    <p:sldId id="286" r:id="rId6"/>
    <p:sldId id="271" r:id="rId7"/>
    <p:sldId id="275" r:id="rId8"/>
    <p:sldId id="274" r:id="rId9"/>
    <p:sldId id="278" r:id="rId10"/>
    <p:sldId id="282" r:id="rId11"/>
    <p:sldId id="257" r:id="rId12"/>
    <p:sldId id="268" r:id="rId13"/>
    <p:sldId id="281" r:id="rId14"/>
    <p:sldId id="327" r:id="rId15"/>
    <p:sldId id="269" r:id="rId16"/>
    <p:sldId id="276" r:id="rId17"/>
    <p:sldId id="312" r:id="rId18"/>
    <p:sldId id="307" r:id="rId19"/>
    <p:sldId id="260" r:id="rId20"/>
    <p:sldId id="305" r:id="rId21"/>
    <p:sldId id="272" r:id="rId22"/>
    <p:sldId id="258" r:id="rId23"/>
    <p:sldId id="267" r:id="rId24"/>
    <p:sldId id="326" r:id="rId25"/>
    <p:sldId id="323" r:id="rId26"/>
    <p:sldId id="328" r:id="rId27"/>
    <p:sldId id="324" r:id="rId28"/>
    <p:sldId id="330" r:id="rId29"/>
    <p:sldId id="277" r:id="rId30"/>
    <p:sldId id="289" r:id="rId31"/>
    <p:sldId id="290" r:id="rId32"/>
    <p:sldId id="292" r:id="rId33"/>
    <p:sldId id="291" r:id="rId34"/>
    <p:sldId id="293" r:id="rId35"/>
    <p:sldId id="301" r:id="rId36"/>
    <p:sldId id="259" r:id="rId37"/>
    <p:sldId id="302" r:id="rId38"/>
    <p:sldId id="303" r:id="rId39"/>
    <p:sldId id="304" r:id="rId40"/>
    <p:sldId id="288" r:id="rId41"/>
    <p:sldId id="279" r:id="rId42"/>
    <p:sldId id="295" r:id="rId43"/>
    <p:sldId id="294" r:id="rId44"/>
    <p:sldId id="298" r:id="rId45"/>
    <p:sldId id="299" r:id="rId46"/>
    <p:sldId id="320" r:id="rId47"/>
    <p:sldId id="300" r:id="rId48"/>
    <p:sldId id="297" r:id="rId49"/>
    <p:sldId id="308" r:id="rId50"/>
    <p:sldId id="313" r:id="rId51"/>
    <p:sldId id="263" r:id="rId52"/>
    <p:sldId id="310" r:id="rId53"/>
    <p:sldId id="311" r:id="rId54"/>
    <p:sldId id="314" r:id="rId55"/>
    <p:sldId id="309" r:id="rId56"/>
    <p:sldId id="315" r:id="rId57"/>
    <p:sldId id="306" r:id="rId58"/>
    <p:sldId id="325" r:id="rId59"/>
    <p:sldId id="316" r:id="rId60"/>
    <p:sldId id="283" r:id="rId61"/>
    <p:sldId id="264" r:id="rId62"/>
    <p:sldId id="265" r:id="rId63"/>
    <p:sldId id="331" r:id="rId64"/>
    <p:sldId id="332" r:id="rId65"/>
    <p:sldId id="333" r:id="rId66"/>
    <p:sldId id="334" r:id="rId67"/>
    <p:sldId id="321" r:id="rId68"/>
    <p:sldId id="296" r:id="rId6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AFF493-27DA-4A88-A73E-65D928585741}" v="354" dt="2026-01-09T11:33:42.07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56" autoAdjust="0"/>
    <p:restoredTop sz="90896" autoAdjust="0"/>
  </p:normalViewPr>
  <p:slideViewPr>
    <p:cSldViewPr snapToGrid="0">
      <p:cViewPr>
        <p:scale>
          <a:sx n="50" d="100"/>
          <a:sy n="50" d="100"/>
        </p:scale>
        <p:origin x="916" y="1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FEBVRE Raphaël" userId="46535da4-4c97-4804-a5ec-0c5f78942f8b" providerId="ADAL" clId="{543241E5-EC8A-477B-8FEE-C03A4A64144F}"/>
    <pc:docChg chg="undo redo custSel addSld delSld modSld sldOrd">
      <pc:chgData name="LEFEBVRE Raphaël" userId="46535da4-4c97-4804-a5ec-0c5f78942f8b" providerId="ADAL" clId="{543241E5-EC8A-477B-8FEE-C03A4A64144F}" dt="2026-01-09T11:32:48.658" v="25294" actId="47"/>
      <pc:docMkLst>
        <pc:docMk/>
      </pc:docMkLst>
      <pc:sldChg chg="modSp new mod">
        <pc:chgData name="LEFEBVRE Raphaël" userId="46535da4-4c97-4804-a5ec-0c5f78942f8b" providerId="ADAL" clId="{543241E5-EC8A-477B-8FEE-C03A4A64144F}" dt="2025-12-16T12:59:35.599" v="11841" actId="20577"/>
        <pc:sldMkLst>
          <pc:docMk/>
          <pc:sldMk cId="3845838471" sldId="256"/>
        </pc:sldMkLst>
        <pc:spChg chg="mod">
          <ac:chgData name="LEFEBVRE Raphaël" userId="46535da4-4c97-4804-a5ec-0c5f78942f8b" providerId="ADAL" clId="{543241E5-EC8A-477B-8FEE-C03A4A64144F}" dt="2025-12-11T07:58:39.648" v="73" actId="20577"/>
          <ac:spMkLst>
            <pc:docMk/>
            <pc:sldMk cId="3845838471" sldId="256"/>
            <ac:spMk id="2" creationId="{4CF3E2B6-2156-0C6B-D4D9-F9C6464646B4}"/>
          </ac:spMkLst>
        </pc:spChg>
        <pc:spChg chg="mod">
          <ac:chgData name="LEFEBVRE Raphaël" userId="46535da4-4c97-4804-a5ec-0c5f78942f8b" providerId="ADAL" clId="{543241E5-EC8A-477B-8FEE-C03A4A64144F}" dt="2025-12-16T12:59:35.599" v="11841" actId="20577"/>
          <ac:spMkLst>
            <pc:docMk/>
            <pc:sldMk cId="3845838471" sldId="256"/>
            <ac:spMk id="3" creationId="{2C96E64B-CFB0-5620-41AF-694688A7AEC0}"/>
          </ac:spMkLst>
        </pc:spChg>
      </pc:sldChg>
      <pc:sldChg chg="addSp delSp modSp new mod modClrScheme chgLayout">
        <pc:chgData name="LEFEBVRE Raphaël" userId="46535da4-4c97-4804-a5ec-0c5f78942f8b" providerId="ADAL" clId="{543241E5-EC8A-477B-8FEE-C03A4A64144F}" dt="2025-12-13T17:43:54.045" v="4442" actId="20577"/>
        <pc:sldMkLst>
          <pc:docMk/>
          <pc:sldMk cId="747548319" sldId="257"/>
        </pc:sldMkLst>
        <pc:spChg chg="mod ord">
          <ac:chgData name="LEFEBVRE Raphaël" userId="46535da4-4c97-4804-a5ec-0c5f78942f8b" providerId="ADAL" clId="{543241E5-EC8A-477B-8FEE-C03A4A64144F}" dt="2025-12-13T17:43:54.045" v="4442" actId="20577"/>
          <ac:spMkLst>
            <pc:docMk/>
            <pc:sldMk cId="747548319" sldId="257"/>
            <ac:spMk id="2" creationId="{B4B5D3B5-4909-B124-02A4-00B3A1B062B4}"/>
          </ac:spMkLst>
        </pc:spChg>
        <pc:spChg chg="add mod ord">
          <ac:chgData name="LEFEBVRE Raphaël" userId="46535da4-4c97-4804-a5ec-0c5f78942f8b" providerId="ADAL" clId="{543241E5-EC8A-477B-8FEE-C03A4A64144F}" dt="2025-12-11T14:13:21.992" v="3172" actId="27636"/>
          <ac:spMkLst>
            <pc:docMk/>
            <pc:sldMk cId="747548319" sldId="257"/>
            <ac:spMk id="4" creationId="{5B8204F5-37EC-7239-2B7F-95A7675E58F9}"/>
          </ac:spMkLst>
        </pc:spChg>
        <pc:picChg chg="add mod ord">
          <ac:chgData name="LEFEBVRE Raphaël" userId="46535da4-4c97-4804-a5ec-0c5f78942f8b" providerId="ADAL" clId="{543241E5-EC8A-477B-8FEE-C03A4A64144F}" dt="2025-12-11T08:18:42.080" v="543" actId="962"/>
          <ac:picMkLst>
            <pc:docMk/>
            <pc:sldMk cId="747548319" sldId="257"/>
            <ac:picMk id="10" creationId="{C8C605DA-43D3-5A12-9B1A-94FD895BB611}"/>
          </ac:picMkLst>
        </pc:picChg>
      </pc:sldChg>
      <pc:sldChg chg="addSp delSp modSp new mod modClrScheme chgLayout">
        <pc:chgData name="LEFEBVRE Raphaël" userId="46535da4-4c97-4804-a5ec-0c5f78942f8b" providerId="ADAL" clId="{543241E5-EC8A-477B-8FEE-C03A4A64144F}" dt="2025-12-11T13:46:47.968" v="2838" actId="27636"/>
        <pc:sldMkLst>
          <pc:docMk/>
          <pc:sldMk cId="1397036541" sldId="258"/>
        </pc:sldMkLst>
        <pc:spChg chg="mod ord">
          <ac:chgData name="LEFEBVRE Raphaël" userId="46535da4-4c97-4804-a5ec-0c5f78942f8b" providerId="ADAL" clId="{543241E5-EC8A-477B-8FEE-C03A4A64144F}" dt="2025-12-11T13:43:10.944" v="2700" actId="20577"/>
          <ac:spMkLst>
            <pc:docMk/>
            <pc:sldMk cId="1397036541" sldId="258"/>
            <ac:spMk id="2" creationId="{3D298812-8CAE-3674-71C8-D1B3A6E0F5D7}"/>
          </ac:spMkLst>
        </pc:spChg>
        <pc:spChg chg="add mod ord">
          <ac:chgData name="LEFEBVRE Raphaël" userId="46535da4-4c97-4804-a5ec-0c5f78942f8b" providerId="ADAL" clId="{543241E5-EC8A-477B-8FEE-C03A4A64144F}" dt="2025-12-11T13:46:47.968" v="2838" actId="27636"/>
          <ac:spMkLst>
            <pc:docMk/>
            <pc:sldMk cId="1397036541" sldId="258"/>
            <ac:spMk id="4" creationId="{8EEF0A5D-4C1E-0449-EC8C-6498F3CBE27C}"/>
          </ac:spMkLst>
        </pc:spChg>
        <pc:picChg chg="add mod ord">
          <ac:chgData name="LEFEBVRE Raphaël" userId="46535da4-4c97-4804-a5ec-0c5f78942f8b" providerId="ADAL" clId="{543241E5-EC8A-477B-8FEE-C03A4A64144F}" dt="2025-12-11T13:39:52.726" v="2618" actId="27614"/>
          <ac:picMkLst>
            <pc:docMk/>
            <pc:sldMk cId="1397036541" sldId="258"/>
            <ac:picMk id="7" creationId="{3B52C28D-A8A9-7F08-743A-E9B4396DA524}"/>
          </ac:picMkLst>
        </pc:picChg>
      </pc:sldChg>
      <pc:sldChg chg="addSp delSp modSp new mod ord modClrScheme chgLayout">
        <pc:chgData name="LEFEBVRE Raphaël" userId="46535da4-4c97-4804-a5ec-0c5f78942f8b" providerId="ADAL" clId="{543241E5-EC8A-477B-8FEE-C03A4A64144F}" dt="2026-01-06T12:51:31.568" v="14810" actId="14100"/>
        <pc:sldMkLst>
          <pc:docMk/>
          <pc:sldMk cId="1594813038" sldId="259"/>
        </pc:sldMkLst>
        <pc:spChg chg="mod ord">
          <ac:chgData name="LEFEBVRE Raphaël" userId="46535da4-4c97-4804-a5ec-0c5f78942f8b" providerId="ADAL" clId="{543241E5-EC8A-477B-8FEE-C03A4A64144F}" dt="2026-01-03T18:19:52.593" v="13719" actId="700"/>
          <ac:spMkLst>
            <pc:docMk/>
            <pc:sldMk cId="1594813038" sldId="259"/>
            <ac:spMk id="2" creationId="{46048576-02FE-8B74-7A52-A830031F35A0}"/>
          </ac:spMkLst>
        </pc:spChg>
        <pc:spChg chg="mod ord">
          <ac:chgData name="LEFEBVRE Raphaël" userId="46535da4-4c97-4804-a5ec-0c5f78942f8b" providerId="ADAL" clId="{543241E5-EC8A-477B-8FEE-C03A4A64144F}" dt="2026-01-03T18:53:32.055" v="14548" actId="20577"/>
          <ac:spMkLst>
            <pc:docMk/>
            <pc:sldMk cId="1594813038" sldId="259"/>
            <ac:spMk id="3" creationId="{2BFC4C64-B7BD-7FC3-B082-DEA597F885DA}"/>
          </ac:spMkLst>
        </pc:spChg>
        <pc:spChg chg="add mod">
          <ac:chgData name="LEFEBVRE Raphaël" userId="46535da4-4c97-4804-a5ec-0c5f78942f8b" providerId="ADAL" clId="{543241E5-EC8A-477B-8FEE-C03A4A64144F}" dt="2026-01-06T12:50:14.826" v="14804" actId="20577"/>
          <ac:spMkLst>
            <pc:docMk/>
            <pc:sldMk cId="1594813038" sldId="259"/>
            <ac:spMk id="5" creationId="{4B72D438-20A6-F2B5-7383-53B7873291FD}"/>
          </ac:spMkLst>
        </pc:spChg>
        <pc:picChg chg="add mod">
          <ac:chgData name="LEFEBVRE Raphaël" userId="46535da4-4c97-4804-a5ec-0c5f78942f8b" providerId="ADAL" clId="{543241E5-EC8A-477B-8FEE-C03A4A64144F}" dt="2026-01-06T12:50:19.729" v="14805" actId="14100"/>
          <ac:picMkLst>
            <pc:docMk/>
            <pc:sldMk cId="1594813038" sldId="259"/>
            <ac:picMk id="7" creationId="{D2B86D09-3604-81BA-1EF5-1B4E3B7AF10F}"/>
          </ac:picMkLst>
        </pc:picChg>
        <pc:picChg chg="add mod">
          <ac:chgData name="LEFEBVRE Raphaël" userId="46535da4-4c97-4804-a5ec-0c5f78942f8b" providerId="ADAL" clId="{543241E5-EC8A-477B-8FEE-C03A4A64144F}" dt="2026-01-06T12:51:31.568" v="14810" actId="14100"/>
          <ac:picMkLst>
            <pc:docMk/>
            <pc:sldMk cId="1594813038" sldId="259"/>
            <ac:picMk id="10" creationId="{DF72F543-138E-838C-429D-0756DAE08B55}"/>
          </ac:picMkLst>
        </pc:picChg>
      </pc:sldChg>
      <pc:sldChg chg="addSp delSp modSp new mod ord modClrScheme chgLayout modNotesTx">
        <pc:chgData name="LEFEBVRE Raphaël" userId="46535da4-4c97-4804-a5ec-0c5f78942f8b" providerId="ADAL" clId="{543241E5-EC8A-477B-8FEE-C03A4A64144F}" dt="2026-01-09T10:11:27.305" v="24250" actId="20577"/>
        <pc:sldMkLst>
          <pc:docMk/>
          <pc:sldMk cId="3214278998" sldId="260"/>
        </pc:sldMkLst>
        <pc:spChg chg="mod ord">
          <ac:chgData name="LEFEBVRE Raphaël" userId="46535da4-4c97-4804-a5ec-0c5f78942f8b" providerId="ADAL" clId="{543241E5-EC8A-477B-8FEE-C03A4A64144F}" dt="2026-01-08T11:29:09.445" v="22017" actId="700"/>
          <ac:spMkLst>
            <pc:docMk/>
            <pc:sldMk cId="3214278998" sldId="260"/>
            <ac:spMk id="2" creationId="{3CDEC7C5-E385-68AB-5797-C361CE360107}"/>
          </ac:spMkLst>
        </pc:spChg>
        <pc:spChg chg="mod ord">
          <ac:chgData name="LEFEBVRE Raphaël" userId="46535da4-4c97-4804-a5ec-0c5f78942f8b" providerId="ADAL" clId="{543241E5-EC8A-477B-8FEE-C03A4A64144F}" dt="2026-01-08T11:29:09.476" v="22018" actId="27636"/>
          <ac:spMkLst>
            <pc:docMk/>
            <pc:sldMk cId="3214278998" sldId="260"/>
            <ac:spMk id="3" creationId="{D6CD7F36-108B-E8A3-13EF-B3ED39F5B8A1}"/>
          </ac:spMkLst>
        </pc:spChg>
        <pc:spChg chg="add del mod ord">
          <ac:chgData name="LEFEBVRE Raphaël" userId="46535da4-4c97-4804-a5ec-0c5f78942f8b" providerId="ADAL" clId="{543241E5-EC8A-477B-8FEE-C03A4A64144F}" dt="2026-01-08T11:04:17.286" v="21500" actId="3680"/>
          <ac:spMkLst>
            <pc:docMk/>
            <pc:sldMk cId="3214278998" sldId="260"/>
            <ac:spMk id="4" creationId="{646F272F-2BE8-E939-0AE6-EFE0AD4C2903}"/>
          </ac:spMkLst>
        </pc:spChg>
        <pc:spChg chg="add mod ord">
          <ac:chgData name="LEFEBVRE Raphaël" userId="46535da4-4c97-4804-a5ec-0c5f78942f8b" providerId="ADAL" clId="{543241E5-EC8A-477B-8FEE-C03A4A64144F}" dt="2026-01-08T11:29:09.445" v="22017" actId="700"/>
          <ac:spMkLst>
            <pc:docMk/>
            <pc:sldMk cId="3214278998" sldId="260"/>
            <ac:spMk id="6" creationId="{B856BD1F-96C0-2D1C-1F7F-E8D0F2AA2787}"/>
          </ac:spMkLst>
        </pc:spChg>
        <pc:spChg chg="add del mod ord">
          <ac:chgData name="LEFEBVRE Raphaël" userId="46535da4-4c97-4804-a5ec-0c5f78942f8b" providerId="ADAL" clId="{543241E5-EC8A-477B-8FEE-C03A4A64144F}" dt="2026-01-08T11:29:09.445" v="22017" actId="700"/>
          <ac:spMkLst>
            <pc:docMk/>
            <pc:sldMk cId="3214278998" sldId="260"/>
            <ac:spMk id="7" creationId="{64F28E98-6CC6-775D-F107-06778F258C0B}"/>
          </ac:spMkLst>
        </pc:spChg>
        <pc:graphicFrameChg chg="add mod ord modGraphic">
          <ac:chgData name="LEFEBVRE Raphaël" userId="46535da4-4c97-4804-a5ec-0c5f78942f8b" providerId="ADAL" clId="{543241E5-EC8A-477B-8FEE-C03A4A64144F}" dt="2026-01-09T10:11:27.305" v="24250" actId="20577"/>
          <ac:graphicFrameMkLst>
            <pc:docMk/>
            <pc:sldMk cId="3214278998" sldId="260"/>
            <ac:graphicFrameMk id="5" creationId="{704F0551-6D36-7D80-F906-21FC0277B4AB}"/>
          </ac:graphicFrameMkLst>
        </pc:graphicFrameChg>
      </pc:sldChg>
      <pc:sldChg chg="addSp delSp modSp new mod modClrScheme chgLayout">
        <pc:chgData name="LEFEBVRE Raphaël" userId="46535da4-4c97-4804-a5ec-0c5f78942f8b" providerId="ADAL" clId="{543241E5-EC8A-477B-8FEE-C03A4A64144F}" dt="2026-01-06T13:55:05.882" v="16288" actId="113"/>
        <pc:sldMkLst>
          <pc:docMk/>
          <pc:sldMk cId="3142498437" sldId="263"/>
        </pc:sldMkLst>
        <pc:spChg chg="mod ord">
          <ac:chgData name="LEFEBVRE Raphaël" userId="46535da4-4c97-4804-a5ec-0c5f78942f8b" providerId="ADAL" clId="{543241E5-EC8A-477B-8FEE-C03A4A64144F}" dt="2026-01-06T13:41:36.697" v="15754" actId="700"/>
          <ac:spMkLst>
            <pc:docMk/>
            <pc:sldMk cId="3142498437" sldId="263"/>
            <ac:spMk id="2" creationId="{3C6F2F6A-6B25-1BAB-2C89-329308400F54}"/>
          </ac:spMkLst>
        </pc:spChg>
        <pc:spChg chg="add mod ord">
          <ac:chgData name="LEFEBVRE Raphaël" userId="46535da4-4c97-4804-a5ec-0c5f78942f8b" providerId="ADAL" clId="{543241E5-EC8A-477B-8FEE-C03A4A64144F}" dt="2026-01-06T13:52:53.471" v="16185" actId="20577"/>
          <ac:spMkLst>
            <pc:docMk/>
            <pc:sldMk cId="3142498437" sldId="263"/>
            <ac:spMk id="4" creationId="{FF9B8279-B9A7-F22E-92FD-114F710C05DE}"/>
          </ac:spMkLst>
        </pc:spChg>
        <pc:graphicFrameChg chg="add mod ord modGraphic">
          <ac:chgData name="LEFEBVRE Raphaël" userId="46535da4-4c97-4804-a5ec-0c5f78942f8b" providerId="ADAL" clId="{543241E5-EC8A-477B-8FEE-C03A4A64144F}" dt="2026-01-06T13:55:05.882" v="16288" actId="113"/>
          <ac:graphicFrameMkLst>
            <pc:docMk/>
            <pc:sldMk cId="3142498437" sldId="263"/>
            <ac:graphicFrameMk id="14" creationId="{1779C91F-AEF6-117C-88AE-233843343BC7}"/>
          </ac:graphicFrameMkLst>
        </pc:graphicFrameChg>
      </pc:sldChg>
      <pc:sldChg chg="addSp delSp modSp new mod modClrScheme chgLayout">
        <pc:chgData name="LEFEBVRE Raphaël" userId="46535da4-4c97-4804-a5ec-0c5f78942f8b" providerId="ADAL" clId="{543241E5-EC8A-477B-8FEE-C03A4A64144F}" dt="2026-01-09T10:22:58.072" v="24271" actId="962"/>
        <pc:sldMkLst>
          <pc:docMk/>
          <pc:sldMk cId="2895470107" sldId="264"/>
        </pc:sldMkLst>
        <pc:spChg chg="mod ord">
          <ac:chgData name="LEFEBVRE Raphaël" userId="46535da4-4c97-4804-a5ec-0c5f78942f8b" providerId="ADAL" clId="{543241E5-EC8A-477B-8FEE-C03A4A64144F}" dt="2026-01-09T10:20:57.267" v="24256" actId="700"/>
          <ac:spMkLst>
            <pc:docMk/>
            <pc:sldMk cId="2895470107" sldId="264"/>
            <ac:spMk id="2" creationId="{6BE8720B-66DF-C235-6F1C-4CB05AC02025}"/>
          </ac:spMkLst>
        </pc:spChg>
        <pc:spChg chg="del mod ord">
          <ac:chgData name="LEFEBVRE Raphaël" userId="46535da4-4c97-4804-a5ec-0c5f78942f8b" providerId="ADAL" clId="{543241E5-EC8A-477B-8FEE-C03A4A64144F}" dt="2026-01-09T10:20:57.267" v="24256" actId="700"/>
          <ac:spMkLst>
            <pc:docMk/>
            <pc:sldMk cId="2895470107" sldId="264"/>
            <ac:spMk id="3" creationId="{DCFEFF81-1601-AC8F-4292-482A3F59F30A}"/>
          </ac:spMkLst>
        </pc:spChg>
        <pc:spChg chg="add mod ord">
          <ac:chgData name="LEFEBVRE Raphaël" userId="46535da4-4c97-4804-a5ec-0c5f78942f8b" providerId="ADAL" clId="{543241E5-EC8A-477B-8FEE-C03A4A64144F}" dt="2026-01-09T10:21:03.734" v="24266" actId="27636"/>
          <ac:spMkLst>
            <pc:docMk/>
            <pc:sldMk cId="2895470107" sldId="264"/>
            <ac:spMk id="4" creationId="{F189D855-C12A-77DF-C9AA-81CD83737550}"/>
          </ac:spMkLst>
        </pc:spChg>
        <pc:spChg chg="add del mod ord">
          <ac:chgData name="LEFEBVRE Raphaël" userId="46535da4-4c97-4804-a5ec-0c5f78942f8b" providerId="ADAL" clId="{543241E5-EC8A-477B-8FEE-C03A4A64144F}" dt="2026-01-09T10:21:44.674" v="24267"/>
          <ac:spMkLst>
            <pc:docMk/>
            <pc:sldMk cId="2895470107" sldId="264"/>
            <ac:spMk id="5" creationId="{CBFE96F0-1563-8DD5-126E-5BA9F185E556}"/>
          </ac:spMkLst>
        </pc:spChg>
        <pc:spChg chg="add del mod">
          <ac:chgData name="LEFEBVRE Raphaël" userId="46535da4-4c97-4804-a5ec-0c5f78942f8b" providerId="ADAL" clId="{543241E5-EC8A-477B-8FEE-C03A4A64144F}" dt="2026-01-09T10:21:46.056" v="24268"/>
          <ac:spMkLst>
            <pc:docMk/>
            <pc:sldMk cId="2895470107" sldId="264"/>
            <ac:spMk id="6" creationId="{4A81CDEB-8E98-49BD-D7A8-B1DB9732BE7D}"/>
          </ac:spMkLst>
        </pc:spChg>
        <pc:spChg chg="add del mod">
          <ac:chgData name="LEFEBVRE Raphaël" userId="46535da4-4c97-4804-a5ec-0c5f78942f8b" providerId="ADAL" clId="{543241E5-EC8A-477B-8FEE-C03A4A64144F}" dt="2026-01-09T10:22:57.492" v="24269" actId="22"/>
          <ac:spMkLst>
            <pc:docMk/>
            <pc:sldMk cId="2895470107" sldId="264"/>
            <ac:spMk id="7" creationId="{1F56965B-ADB7-31D6-8C7F-0899BF8E2956}"/>
          </ac:spMkLst>
        </pc:spChg>
        <pc:picChg chg="add mod ord">
          <ac:chgData name="LEFEBVRE Raphaël" userId="46535da4-4c97-4804-a5ec-0c5f78942f8b" providerId="ADAL" clId="{543241E5-EC8A-477B-8FEE-C03A4A64144F}" dt="2026-01-09T10:22:58.072" v="24271" actId="962"/>
          <ac:picMkLst>
            <pc:docMk/>
            <pc:sldMk cId="2895470107" sldId="264"/>
            <ac:picMk id="9" creationId="{15D6EFE6-FE6F-AB3C-9FEF-90636FD33C24}"/>
          </ac:picMkLst>
        </pc:picChg>
      </pc:sldChg>
      <pc:sldChg chg="addSp delSp modSp new mod modClrScheme chgLayout">
        <pc:chgData name="LEFEBVRE Raphaël" userId="46535da4-4c97-4804-a5ec-0c5f78942f8b" providerId="ADAL" clId="{543241E5-EC8A-477B-8FEE-C03A4A64144F}" dt="2026-01-09T10:58:33.371" v="24789" actId="6549"/>
        <pc:sldMkLst>
          <pc:docMk/>
          <pc:sldMk cId="1808978849" sldId="265"/>
        </pc:sldMkLst>
        <pc:spChg chg="mod ord">
          <ac:chgData name="LEFEBVRE Raphaël" userId="46535da4-4c97-4804-a5ec-0c5f78942f8b" providerId="ADAL" clId="{543241E5-EC8A-477B-8FEE-C03A4A64144F}" dt="2026-01-09T10:58:18.582" v="24785" actId="20577"/>
          <ac:spMkLst>
            <pc:docMk/>
            <pc:sldMk cId="1808978849" sldId="265"/>
            <ac:spMk id="2" creationId="{19443EA7-4F65-C2EE-7CF1-1DD7558BB66B}"/>
          </ac:spMkLst>
        </pc:spChg>
        <pc:spChg chg="del mod ord">
          <ac:chgData name="LEFEBVRE Raphaël" userId="46535da4-4c97-4804-a5ec-0c5f78942f8b" providerId="ADAL" clId="{543241E5-EC8A-477B-8FEE-C03A4A64144F}" dt="2026-01-09T10:23:30.471" v="24272" actId="700"/>
          <ac:spMkLst>
            <pc:docMk/>
            <pc:sldMk cId="1808978849" sldId="265"/>
            <ac:spMk id="3" creationId="{9779D235-5600-0E66-CD44-D90BD9938AB3}"/>
          </ac:spMkLst>
        </pc:spChg>
        <pc:spChg chg="add mod ord">
          <ac:chgData name="LEFEBVRE Raphaël" userId="46535da4-4c97-4804-a5ec-0c5f78942f8b" providerId="ADAL" clId="{543241E5-EC8A-477B-8FEE-C03A4A64144F}" dt="2026-01-09T10:58:33.371" v="24789" actId="6549"/>
          <ac:spMkLst>
            <pc:docMk/>
            <pc:sldMk cId="1808978849" sldId="265"/>
            <ac:spMk id="4" creationId="{2720E989-ECBB-EBC2-EF70-8B279488FABE}"/>
          </ac:spMkLst>
        </pc:spChg>
        <pc:spChg chg="add del mod ord">
          <ac:chgData name="LEFEBVRE Raphaël" userId="46535da4-4c97-4804-a5ec-0c5f78942f8b" providerId="ADAL" clId="{543241E5-EC8A-477B-8FEE-C03A4A64144F}" dt="2026-01-09T10:30:27.792" v="24295" actId="22"/>
          <ac:spMkLst>
            <pc:docMk/>
            <pc:sldMk cId="1808978849" sldId="265"/>
            <ac:spMk id="5" creationId="{9877B2E6-D21D-A904-254F-FFD88F4C21D6}"/>
          </ac:spMkLst>
        </pc:spChg>
        <pc:picChg chg="add mod ord">
          <ac:chgData name="LEFEBVRE Raphaël" userId="46535da4-4c97-4804-a5ec-0c5f78942f8b" providerId="ADAL" clId="{543241E5-EC8A-477B-8FEE-C03A4A64144F}" dt="2026-01-09T10:30:28.248" v="24297" actId="962"/>
          <ac:picMkLst>
            <pc:docMk/>
            <pc:sldMk cId="1808978849" sldId="265"/>
            <ac:picMk id="7" creationId="{38F45818-ADD0-591F-3A57-539B9EE0056C}"/>
          </ac:picMkLst>
        </pc:picChg>
      </pc:sldChg>
      <pc:sldChg chg="modSp new del mod">
        <pc:chgData name="LEFEBVRE Raphaël" userId="46535da4-4c97-4804-a5ec-0c5f78942f8b" providerId="ADAL" clId="{543241E5-EC8A-477B-8FEE-C03A4A64144F}" dt="2026-01-09T10:39:57.437" v="24424" actId="47"/>
        <pc:sldMkLst>
          <pc:docMk/>
          <pc:sldMk cId="3318320171" sldId="266"/>
        </pc:sldMkLst>
        <pc:spChg chg="mod">
          <ac:chgData name="LEFEBVRE Raphaël" userId="46535da4-4c97-4804-a5ec-0c5f78942f8b" providerId="ADAL" clId="{543241E5-EC8A-477B-8FEE-C03A4A64144F}" dt="2026-01-09T10:31:30.051" v="24340" actId="20577"/>
          <ac:spMkLst>
            <pc:docMk/>
            <pc:sldMk cId="3318320171" sldId="266"/>
            <ac:spMk id="2" creationId="{EEA2FA22-53E7-81FF-15BD-6BEF7D3BB6C7}"/>
          </ac:spMkLst>
        </pc:spChg>
      </pc:sldChg>
      <pc:sldChg chg="addSp delSp modSp new mod modClrScheme chgLayout modNotesTx">
        <pc:chgData name="LEFEBVRE Raphaël" userId="46535da4-4c97-4804-a5ec-0c5f78942f8b" providerId="ADAL" clId="{543241E5-EC8A-477B-8FEE-C03A4A64144F}" dt="2025-12-13T19:22:04.563" v="4789" actId="20577"/>
        <pc:sldMkLst>
          <pc:docMk/>
          <pc:sldMk cId="3827971534" sldId="267"/>
        </pc:sldMkLst>
        <pc:spChg chg="mod ord">
          <ac:chgData name="LEFEBVRE Raphaël" userId="46535da4-4c97-4804-a5ec-0c5f78942f8b" providerId="ADAL" clId="{543241E5-EC8A-477B-8FEE-C03A4A64144F}" dt="2025-12-11T14:20:48.766" v="3223" actId="20577"/>
          <ac:spMkLst>
            <pc:docMk/>
            <pc:sldMk cId="3827971534" sldId="267"/>
            <ac:spMk id="2" creationId="{0CCBE145-F8E6-6054-1F19-37C59DBF2701}"/>
          </ac:spMkLst>
        </pc:spChg>
        <pc:spChg chg="add mod ord">
          <ac:chgData name="LEFEBVRE Raphaël" userId="46535da4-4c97-4804-a5ec-0c5f78942f8b" providerId="ADAL" clId="{543241E5-EC8A-477B-8FEE-C03A4A64144F}" dt="2025-12-13T17:55:55.881" v="4639" actId="20577"/>
          <ac:spMkLst>
            <pc:docMk/>
            <pc:sldMk cId="3827971534" sldId="267"/>
            <ac:spMk id="4" creationId="{C0811EA0-E235-69C9-9682-604F5C83C0E5}"/>
          </ac:spMkLst>
        </pc:spChg>
        <pc:picChg chg="add mod ord">
          <ac:chgData name="LEFEBVRE Raphaël" userId="46535da4-4c97-4804-a5ec-0c5f78942f8b" providerId="ADAL" clId="{543241E5-EC8A-477B-8FEE-C03A4A64144F}" dt="2025-12-11T13:53:34.169" v="2863" actId="27614"/>
          <ac:picMkLst>
            <pc:docMk/>
            <pc:sldMk cId="3827971534" sldId="267"/>
            <ac:picMk id="9" creationId="{0A6803E0-9EED-16A1-B4D6-DD2DD280E6B2}"/>
          </ac:picMkLst>
        </pc:picChg>
      </pc:sldChg>
      <pc:sldChg chg="addSp delSp modSp new mod">
        <pc:chgData name="LEFEBVRE Raphaël" userId="46535da4-4c97-4804-a5ec-0c5f78942f8b" providerId="ADAL" clId="{543241E5-EC8A-477B-8FEE-C03A4A64144F}" dt="2025-12-15T14:35:34.732" v="5963" actId="20577"/>
        <pc:sldMkLst>
          <pc:docMk/>
          <pc:sldMk cId="826277464" sldId="268"/>
        </pc:sldMkLst>
        <pc:spChg chg="mod">
          <ac:chgData name="LEFEBVRE Raphaël" userId="46535da4-4c97-4804-a5ec-0c5f78942f8b" providerId="ADAL" clId="{543241E5-EC8A-477B-8FEE-C03A4A64144F}" dt="2025-12-11T08:14:03.956" v="498" actId="122"/>
          <ac:spMkLst>
            <pc:docMk/>
            <pc:sldMk cId="826277464" sldId="268"/>
            <ac:spMk id="2" creationId="{EA0A523C-7050-D9F7-1820-7A700917343F}"/>
          </ac:spMkLst>
        </pc:spChg>
        <pc:spChg chg="mod">
          <ac:chgData name="LEFEBVRE Raphaël" userId="46535da4-4c97-4804-a5ec-0c5f78942f8b" providerId="ADAL" clId="{543241E5-EC8A-477B-8FEE-C03A4A64144F}" dt="2025-12-15T14:35:34.732" v="5963" actId="20577"/>
          <ac:spMkLst>
            <pc:docMk/>
            <pc:sldMk cId="826277464" sldId="268"/>
            <ac:spMk id="3" creationId="{2C4375AD-75C0-30F6-2BE1-90D506E314DB}"/>
          </ac:spMkLst>
        </pc:spChg>
        <pc:picChg chg="add mod ord">
          <ac:chgData name="LEFEBVRE Raphaël" userId="46535da4-4c97-4804-a5ec-0c5f78942f8b" providerId="ADAL" clId="{543241E5-EC8A-477B-8FEE-C03A4A64144F}" dt="2025-12-13T11:30:33.427" v="3532" actId="962"/>
          <ac:picMkLst>
            <pc:docMk/>
            <pc:sldMk cId="826277464" sldId="268"/>
            <ac:picMk id="10" creationId="{04D21A22-36DC-2FE5-23B1-717421722028}"/>
          </ac:picMkLst>
        </pc:picChg>
      </pc:sldChg>
      <pc:sldChg chg="addSp delSp modSp new mod ord">
        <pc:chgData name="LEFEBVRE Raphaël" userId="46535da4-4c97-4804-a5ec-0c5f78942f8b" providerId="ADAL" clId="{543241E5-EC8A-477B-8FEE-C03A4A64144F}" dt="2026-01-09T09:32:34.897" v="23952" actId="20577"/>
        <pc:sldMkLst>
          <pc:docMk/>
          <pc:sldMk cId="548745404" sldId="269"/>
        </pc:sldMkLst>
        <pc:spChg chg="mod">
          <ac:chgData name="LEFEBVRE Raphaël" userId="46535da4-4c97-4804-a5ec-0c5f78942f8b" providerId="ADAL" clId="{543241E5-EC8A-477B-8FEE-C03A4A64144F}" dt="2026-01-08T09:37:04.294" v="20424" actId="20577"/>
          <ac:spMkLst>
            <pc:docMk/>
            <pc:sldMk cId="548745404" sldId="269"/>
            <ac:spMk id="2" creationId="{B618B938-B5F1-2C33-6983-CEF2F7172706}"/>
          </ac:spMkLst>
        </pc:spChg>
        <pc:spChg chg="mod">
          <ac:chgData name="LEFEBVRE Raphaël" userId="46535da4-4c97-4804-a5ec-0c5f78942f8b" providerId="ADAL" clId="{543241E5-EC8A-477B-8FEE-C03A4A64144F}" dt="2026-01-09T09:32:34.897" v="23952" actId="20577"/>
          <ac:spMkLst>
            <pc:docMk/>
            <pc:sldMk cId="548745404" sldId="269"/>
            <ac:spMk id="3" creationId="{1CA7322F-F10F-20C5-365A-0C03DFB859AA}"/>
          </ac:spMkLst>
        </pc:spChg>
        <pc:picChg chg="add mod ord">
          <ac:chgData name="LEFEBVRE Raphaël" userId="46535da4-4c97-4804-a5ec-0c5f78942f8b" providerId="ADAL" clId="{543241E5-EC8A-477B-8FEE-C03A4A64144F}" dt="2025-12-15T13:42:43.609" v="4839" actId="962"/>
          <ac:picMkLst>
            <pc:docMk/>
            <pc:sldMk cId="548745404" sldId="269"/>
            <ac:picMk id="8" creationId="{93DF7214-B459-2BC4-7DAE-3FD046828E76}"/>
          </ac:picMkLst>
        </pc:picChg>
      </pc:sldChg>
      <pc:sldChg chg="modSp new mod">
        <pc:chgData name="LEFEBVRE Raphaël" userId="46535da4-4c97-4804-a5ec-0c5f78942f8b" providerId="ADAL" clId="{543241E5-EC8A-477B-8FEE-C03A4A64144F}" dt="2026-01-08T09:38:06.381" v="20434" actId="20577"/>
        <pc:sldMkLst>
          <pc:docMk/>
          <pc:sldMk cId="1330714969" sldId="271"/>
        </pc:sldMkLst>
        <pc:spChg chg="mod">
          <ac:chgData name="LEFEBVRE Raphaël" userId="46535da4-4c97-4804-a5ec-0c5f78942f8b" providerId="ADAL" clId="{543241E5-EC8A-477B-8FEE-C03A4A64144F}" dt="2026-01-08T09:38:06.381" v="20434" actId="20577"/>
          <ac:spMkLst>
            <pc:docMk/>
            <pc:sldMk cId="1330714969" sldId="271"/>
            <ac:spMk id="2" creationId="{97CECF18-3E92-A34A-DFEE-CDC51A48491A}"/>
          </ac:spMkLst>
        </pc:spChg>
        <pc:spChg chg="mod">
          <ac:chgData name="LEFEBVRE Raphaël" userId="46535da4-4c97-4804-a5ec-0c5f78942f8b" providerId="ADAL" clId="{543241E5-EC8A-477B-8FEE-C03A4A64144F}" dt="2025-12-11T10:54:43.704" v="1705" actId="6549"/>
          <ac:spMkLst>
            <pc:docMk/>
            <pc:sldMk cId="1330714969" sldId="271"/>
            <ac:spMk id="3" creationId="{8A57CD60-BD78-6A7D-775C-C2439E6C8668}"/>
          </ac:spMkLst>
        </pc:spChg>
      </pc:sldChg>
      <pc:sldChg chg="addSp delSp modSp new mod modClrScheme chgLayout">
        <pc:chgData name="LEFEBVRE Raphaël" userId="46535da4-4c97-4804-a5ec-0c5f78942f8b" providerId="ADAL" clId="{543241E5-EC8A-477B-8FEE-C03A4A64144F}" dt="2026-01-08T09:36:05.511" v="20358" actId="20577"/>
        <pc:sldMkLst>
          <pc:docMk/>
          <pc:sldMk cId="3748073971" sldId="272"/>
        </pc:sldMkLst>
        <pc:spChg chg="add mod ord">
          <ac:chgData name="LEFEBVRE Raphaël" userId="46535da4-4c97-4804-a5ec-0c5f78942f8b" providerId="ADAL" clId="{543241E5-EC8A-477B-8FEE-C03A4A64144F}" dt="2026-01-08T09:36:05.511" v="20358" actId="20577"/>
          <ac:spMkLst>
            <pc:docMk/>
            <pc:sldMk cId="3748073971" sldId="272"/>
            <ac:spMk id="5" creationId="{BB3D5AAA-9024-9A12-6A49-0771B0FB6262}"/>
          </ac:spMkLst>
        </pc:spChg>
        <pc:spChg chg="add mod ord">
          <ac:chgData name="LEFEBVRE Raphaël" userId="46535da4-4c97-4804-a5ec-0c5f78942f8b" providerId="ADAL" clId="{543241E5-EC8A-477B-8FEE-C03A4A64144F}" dt="2025-12-11T08:33:53.879" v="725" actId="700"/>
          <ac:spMkLst>
            <pc:docMk/>
            <pc:sldMk cId="3748073971" sldId="272"/>
            <ac:spMk id="6" creationId="{717269E1-4951-59A4-3982-FCE96268AE0B}"/>
          </ac:spMkLst>
        </pc:spChg>
      </pc:sldChg>
      <pc:sldChg chg="addSp modSp new mod modClrScheme chgLayout">
        <pc:chgData name="LEFEBVRE Raphaël" userId="46535da4-4c97-4804-a5ec-0c5f78942f8b" providerId="ADAL" clId="{543241E5-EC8A-477B-8FEE-C03A4A64144F}" dt="2026-01-08T14:00:42.117" v="23657" actId="27636"/>
        <pc:sldMkLst>
          <pc:docMk/>
          <pc:sldMk cId="3348519598" sldId="273"/>
        </pc:sldMkLst>
        <pc:spChg chg="mod ord">
          <ac:chgData name="LEFEBVRE Raphaël" userId="46535da4-4c97-4804-a5ec-0c5f78942f8b" providerId="ADAL" clId="{543241E5-EC8A-477B-8FEE-C03A4A64144F}" dt="2026-01-08T14:00:04.410" v="23649" actId="13926"/>
          <ac:spMkLst>
            <pc:docMk/>
            <pc:sldMk cId="3348519598" sldId="273"/>
            <ac:spMk id="2" creationId="{23E0CAEC-0118-C500-418B-32DA65FFFD79}"/>
          </ac:spMkLst>
        </pc:spChg>
        <pc:spChg chg="mod ord">
          <ac:chgData name="LEFEBVRE Raphaël" userId="46535da4-4c97-4804-a5ec-0c5f78942f8b" providerId="ADAL" clId="{543241E5-EC8A-477B-8FEE-C03A4A64144F}" dt="2026-01-08T14:00:42.117" v="23657" actId="27636"/>
          <ac:spMkLst>
            <pc:docMk/>
            <pc:sldMk cId="3348519598" sldId="273"/>
            <ac:spMk id="3" creationId="{C7B9BA21-B4D0-8218-8EAF-4E00C39DA290}"/>
          </ac:spMkLst>
        </pc:spChg>
        <pc:spChg chg="add mod ord">
          <ac:chgData name="LEFEBVRE Raphaël" userId="46535da4-4c97-4804-a5ec-0c5f78942f8b" providerId="ADAL" clId="{543241E5-EC8A-477B-8FEE-C03A4A64144F}" dt="2026-01-08T14:00:42.117" v="23656" actId="27636"/>
          <ac:spMkLst>
            <pc:docMk/>
            <pc:sldMk cId="3348519598" sldId="273"/>
            <ac:spMk id="4" creationId="{7F65FE80-6413-5604-2CEE-295EF15BA86B}"/>
          </ac:spMkLst>
        </pc:spChg>
      </pc:sldChg>
      <pc:sldChg chg="addSp delSp modSp new mod modClrScheme chgLayout">
        <pc:chgData name="LEFEBVRE Raphaël" userId="46535da4-4c97-4804-a5ec-0c5f78942f8b" providerId="ADAL" clId="{543241E5-EC8A-477B-8FEE-C03A4A64144F}" dt="2025-12-13T17:53:10.449" v="4620" actId="20577"/>
        <pc:sldMkLst>
          <pc:docMk/>
          <pc:sldMk cId="1613251736" sldId="274"/>
        </pc:sldMkLst>
        <pc:spChg chg="add mod ord">
          <ac:chgData name="LEFEBVRE Raphaël" userId="46535da4-4c97-4804-a5ec-0c5f78942f8b" providerId="ADAL" clId="{543241E5-EC8A-477B-8FEE-C03A4A64144F}" dt="2025-12-11T09:13:18.738" v="1515" actId="122"/>
          <ac:spMkLst>
            <pc:docMk/>
            <pc:sldMk cId="1613251736" sldId="274"/>
            <ac:spMk id="7" creationId="{549DA65E-812F-A4F6-6E51-54E744E809EC}"/>
          </ac:spMkLst>
        </pc:spChg>
        <pc:spChg chg="add mod ord">
          <ac:chgData name="LEFEBVRE Raphaël" userId="46535da4-4c97-4804-a5ec-0c5f78942f8b" providerId="ADAL" clId="{543241E5-EC8A-477B-8FEE-C03A4A64144F}" dt="2025-12-11T09:13:05.648" v="1494" actId="20577"/>
          <ac:spMkLst>
            <pc:docMk/>
            <pc:sldMk cId="1613251736" sldId="274"/>
            <ac:spMk id="8" creationId="{90D4C12B-B72C-AFE4-DB12-8AA89A95D324}"/>
          </ac:spMkLst>
        </pc:spChg>
        <pc:spChg chg="add mod ord">
          <ac:chgData name="LEFEBVRE Raphaël" userId="46535da4-4c97-4804-a5ec-0c5f78942f8b" providerId="ADAL" clId="{543241E5-EC8A-477B-8FEE-C03A4A64144F}" dt="2025-12-11T09:13:13.537" v="1509" actId="20577"/>
          <ac:spMkLst>
            <pc:docMk/>
            <pc:sldMk cId="1613251736" sldId="274"/>
            <ac:spMk id="9" creationId="{B5EB40D8-F55F-E2D0-B8DA-0BEBBF66CAA1}"/>
          </ac:spMkLst>
        </pc:spChg>
        <pc:graphicFrameChg chg="add mod ord modGraphic">
          <ac:chgData name="LEFEBVRE Raphaël" userId="46535da4-4c97-4804-a5ec-0c5f78942f8b" providerId="ADAL" clId="{543241E5-EC8A-477B-8FEE-C03A4A64144F}" dt="2025-12-13T17:50:07.478" v="4554"/>
          <ac:graphicFrameMkLst>
            <pc:docMk/>
            <pc:sldMk cId="1613251736" sldId="274"/>
            <ac:graphicFrameMk id="5" creationId="{147C3FD0-02DB-78E0-9702-6A7244C2E9A5}"/>
          </ac:graphicFrameMkLst>
        </pc:graphicFrameChg>
        <pc:graphicFrameChg chg="add mod ord modGraphic">
          <ac:chgData name="LEFEBVRE Raphaël" userId="46535da4-4c97-4804-a5ec-0c5f78942f8b" providerId="ADAL" clId="{543241E5-EC8A-477B-8FEE-C03A4A64144F}" dt="2025-12-13T17:53:10.449" v="4620" actId="20577"/>
          <ac:graphicFrameMkLst>
            <pc:docMk/>
            <pc:sldMk cId="1613251736" sldId="274"/>
            <ac:graphicFrameMk id="6" creationId="{1B222A75-D2BA-63E7-657A-239827081A98}"/>
          </ac:graphicFrameMkLst>
        </pc:graphicFrameChg>
      </pc:sldChg>
      <pc:sldChg chg="addSp delSp modSp add mod">
        <pc:chgData name="LEFEBVRE Raphaël" userId="46535da4-4c97-4804-a5ec-0c5f78942f8b" providerId="ADAL" clId="{543241E5-EC8A-477B-8FEE-C03A4A64144F}" dt="2026-01-08T09:33:39.887" v="20322" actId="27636"/>
        <pc:sldMkLst>
          <pc:docMk/>
          <pc:sldMk cId="3159636889" sldId="275"/>
        </pc:sldMkLst>
        <pc:spChg chg="mod">
          <ac:chgData name="LEFEBVRE Raphaël" userId="46535da4-4c97-4804-a5ec-0c5f78942f8b" providerId="ADAL" clId="{543241E5-EC8A-477B-8FEE-C03A4A64144F}" dt="2025-12-11T14:09:06.774" v="3154" actId="20577"/>
          <ac:spMkLst>
            <pc:docMk/>
            <pc:sldMk cId="3159636889" sldId="275"/>
            <ac:spMk id="2" creationId="{A07122FB-40B4-C3ED-A55F-414D330241D2}"/>
          </ac:spMkLst>
        </pc:spChg>
        <pc:spChg chg="mod">
          <ac:chgData name="LEFEBVRE Raphaël" userId="46535da4-4c97-4804-a5ec-0c5f78942f8b" providerId="ADAL" clId="{543241E5-EC8A-477B-8FEE-C03A4A64144F}" dt="2026-01-08T09:33:39.887" v="20322" actId="27636"/>
          <ac:spMkLst>
            <pc:docMk/>
            <pc:sldMk cId="3159636889" sldId="275"/>
            <ac:spMk id="3" creationId="{5EE74787-2A50-6F47-A3C0-8CE082C9A6F3}"/>
          </ac:spMkLst>
        </pc:spChg>
        <pc:picChg chg="add mod ord">
          <ac:chgData name="LEFEBVRE Raphaël" userId="46535da4-4c97-4804-a5ec-0c5f78942f8b" providerId="ADAL" clId="{543241E5-EC8A-477B-8FEE-C03A4A64144F}" dt="2025-12-11T11:32:01.314" v="2197" actId="962"/>
          <ac:picMkLst>
            <pc:docMk/>
            <pc:sldMk cId="3159636889" sldId="275"/>
            <ac:picMk id="5" creationId="{6A7132EF-215A-7227-45EF-F8162A59A1D4}"/>
          </ac:picMkLst>
        </pc:picChg>
      </pc:sldChg>
      <pc:sldChg chg="addSp delSp modSp new mod">
        <pc:chgData name="LEFEBVRE Raphaël" userId="46535da4-4c97-4804-a5ec-0c5f78942f8b" providerId="ADAL" clId="{543241E5-EC8A-477B-8FEE-C03A4A64144F}" dt="2026-01-08T13:34:41.028" v="23444"/>
        <pc:sldMkLst>
          <pc:docMk/>
          <pc:sldMk cId="142957417" sldId="276"/>
        </pc:sldMkLst>
        <pc:spChg chg="mod">
          <ac:chgData name="LEFEBVRE Raphaël" userId="46535da4-4c97-4804-a5ec-0c5f78942f8b" providerId="ADAL" clId="{543241E5-EC8A-477B-8FEE-C03A4A64144F}" dt="2025-12-11T13:32:46.666" v="2590" actId="20577"/>
          <ac:spMkLst>
            <pc:docMk/>
            <pc:sldMk cId="142957417" sldId="276"/>
            <ac:spMk id="2" creationId="{D253F448-6E11-65A6-CF41-12F5CC5D0186}"/>
          </ac:spMkLst>
        </pc:spChg>
        <pc:spChg chg="mod">
          <ac:chgData name="LEFEBVRE Raphaël" userId="46535da4-4c97-4804-a5ec-0c5f78942f8b" providerId="ADAL" clId="{543241E5-EC8A-477B-8FEE-C03A4A64144F}" dt="2025-12-15T14:35:26.822" v="5961" actId="20577"/>
          <ac:spMkLst>
            <pc:docMk/>
            <pc:sldMk cId="142957417" sldId="276"/>
            <ac:spMk id="3" creationId="{D45E92E7-A067-63E6-3F3D-6FDD84FEE227}"/>
          </ac:spMkLst>
        </pc:spChg>
        <pc:spChg chg="add mod">
          <ac:chgData name="LEFEBVRE Raphaël" userId="46535da4-4c97-4804-a5ec-0c5f78942f8b" providerId="ADAL" clId="{543241E5-EC8A-477B-8FEE-C03A4A64144F}" dt="2026-01-08T13:34:41.028" v="23444"/>
          <ac:spMkLst>
            <pc:docMk/>
            <pc:sldMk cId="142957417" sldId="276"/>
            <ac:spMk id="4" creationId="{118B0C2C-2201-F0F8-EA92-3A2831895055}"/>
          </ac:spMkLst>
        </pc:spChg>
        <pc:picChg chg="add mod ord">
          <ac:chgData name="LEFEBVRE Raphaël" userId="46535da4-4c97-4804-a5ec-0c5f78942f8b" providerId="ADAL" clId="{543241E5-EC8A-477B-8FEE-C03A4A64144F}" dt="2025-12-11T13:20:26.515" v="2361" actId="27614"/>
          <ac:picMkLst>
            <pc:docMk/>
            <pc:sldMk cId="142957417" sldId="276"/>
            <ac:picMk id="6" creationId="{8F7AB55B-D4CD-B6BD-BF43-938FF1F23E77}"/>
          </ac:picMkLst>
        </pc:picChg>
      </pc:sldChg>
      <pc:sldChg chg="addSp delSp modSp new mod modClrScheme chgLayout">
        <pc:chgData name="LEFEBVRE Raphaël" userId="46535da4-4c97-4804-a5ec-0c5f78942f8b" providerId="ADAL" clId="{543241E5-EC8A-477B-8FEE-C03A4A64144F}" dt="2025-12-15T16:15:51.276" v="8417" actId="20577"/>
        <pc:sldMkLst>
          <pc:docMk/>
          <pc:sldMk cId="1943535125" sldId="277"/>
        </pc:sldMkLst>
        <pc:spChg chg="add mod ord">
          <ac:chgData name="LEFEBVRE Raphaël" userId="46535da4-4c97-4804-a5ec-0c5f78942f8b" providerId="ADAL" clId="{543241E5-EC8A-477B-8FEE-C03A4A64144F}" dt="2025-12-15T16:15:51.276" v="8417" actId="20577"/>
          <ac:spMkLst>
            <pc:docMk/>
            <pc:sldMk cId="1943535125" sldId="277"/>
            <ac:spMk id="5" creationId="{40705476-61D1-3FF5-0E7D-A9DCCFC05723}"/>
          </ac:spMkLst>
        </pc:spChg>
        <pc:spChg chg="add del mod ord">
          <ac:chgData name="LEFEBVRE Raphaël" userId="46535da4-4c97-4804-a5ec-0c5f78942f8b" providerId="ADAL" clId="{543241E5-EC8A-477B-8FEE-C03A4A64144F}" dt="2025-12-15T14:17:40.124" v="5135" actId="700"/>
          <ac:spMkLst>
            <pc:docMk/>
            <pc:sldMk cId="1943535125" sldId="277"/>
            <ac:spMk id="6" creationId="{47EBFAEC-BDEB-FBCB-7D16-4380843C1754}"/>
          </ac:spMkLst>
        </pc:spChg>
      </pc:sldChg>
      <pc:sldChg chg="addSp delSp modSp new mod modClrScheme chgLayout modNotesTx">
        <pc:chgData name="LEFEBVRE Raphaël" userId="46535da4-4c97-4804-a5ec-0c5f78942f8b" providerId="ADAL" clId="{543241E5-EC8A-477B-8FEE-C03A4A64144F}" dt="2025-12-13T17:39:48.248" v="4358" actId="20577"/>
        <pc:sldMkLst>
          <pc:docMk/>
          <pc:sldMk cId="1145103536" sldId="278"/>
        </pc:sldMkLst>
        <pc:spChg chg="mod ord">
          <ac:chgData name="LEFEBVRE Raphaël" userId="46535da4-4c97-4804-a5ec-0c5f78942f8b" providerId="ADAL" clId="{543241E5-EC8A-477B-8FEE-C03A4A64144F}" dt="2025-12-13T17:39:48.248" v="4358" actId="20577"/>
          <ac:spMkLst>
            <pc:docMk/>
            <pc:sldMk cId="1145103536" sldId="278"/>
            <ac:spMk id="2" creationId="{C47EE48A-66C6-6C7B-1FB1-74CA05DE3FA8}"/>
          </ac:spMkLst>
        </pc:spChg>
        <pc:picChg chg="add mod ord">
          <ac:chgData name="LEFEBVRE Raphaël" userId="46535da4-4c97-4804-a5ec-0c5f78942f8b" providerId="ADAL" clId="{543241E5-EC8A-477B-8FEE-C03A4A64144F}" dt="2025-12-13T17:26:35.640" v="4258" actId="700"/>
          <ac:picMkLst>
            <pc:docMk/>
            <pc:sldMk cId="1145103536" sldId="278"/>
            <ac:picMk id="10" creationId="{29126301-DA0F-1066-CE7C-255D49C698A2}"/>
          </ac:picMkLst>
        </pc:picChg>
        <pc:picChg chg="add mod ord">
          <ac:chgData name="LEFEBVRE Raphaël" userId="46535da4-4c97-4804-a5ec-0c5f78942f8b" providerId="ADAL" clId="{543241E5-EC8A-477B-8FEE-C03A4A64144F}" dt="2025-12-13T17:28:52.524" v="4262" actId="962"/>
          <ac:picMkLst>
            <pc:docMk/>
            <pc:sldMk cId="1145103536" sldId="278"/>
            <ac:picMk id="26" creationId="{BB6B102A-1DC9-A799-5246-534B30030180}"/>
          </ac:picMkLst>
        </pc:picChg>
      </pc:sldChg>
      <pc:sldChg chg="addSp delSp modSp new mod modClrScheme chgLayout">
        <pc:chgData name="LEFEBVRE Raphaël" userId="46535da4-4c97-4804-a5ec-0c5f78942f8b" providerId="ADAL" clId="{543241E5-EC8A-477B-8FEE-C03A4A64144F}" dt="2025-12-16T13:02:17.104" v="11842" actId="20577"/>
        <pc:sldMkLst>
          <pc:docMk/>
          <pc:sldMk cId="3085645951" sldId="279"/>
        </pc:sldMkLst>
        <pc:spChg chg="mod ord">
          <ac:chgData name="LEFEBVRE Raphaël" userId="46535da4-4c97-4804-a5ec-0c5f78942f8b" providerId="ADAL" clId="{543241E5-EC8A-477B-8FEE-C03A4A64144F}" dt="2025-12-16T13:02:17.104" v="11842" actId="20577"/>
          <ac:spMkLst>
            <pc:docMk/>
            <pc:sldMk cId="3085645951" sldId="279"/>
            <ac:spMk id="2" creationId="{388C4F09-9224-02E1-5377-4146479C837E}"/>
          </ac:spMkLst>
        </pc:spChg>
        <pc:spChg chg="add mod ord">
          <ac:chgData name="LEFEBVRE Raphaël" userId="46535da4-4c97-4804-a5ec-0c5f78942f8b" providerId="ADAL" clId="{543241E5-EC8A-477B-8FEE-C03A4A64144F}" dt="2025-12-16T12:13:09.248" v="11008" actId="20577"/>
          <ac:spMkLst>
            <pc:docMk/>
            <pc:sldMk cId="3085645951" sldId="279"/>
            <ac:spMk id="5" creationId="{41B9A144-B736-76C1-F4FA-D200B15D20CF}"/>
          </ac:spMkLst>
        </pc:spChg>
        <pc:spChg chg="add mod ord">
          <ac:chgData name="LEFEBVRE Raphaël" userId="46535da4-4c97-4804-a5ec-0c5f78942f8b" providerId="ADAL" clId="{543241E5-EC8A-477B-8FEE-C03A4A64144F}" dt="2025-12-16T12:08:58.497" v="10972" actId="27636"/>
          <ac:spMkLst>
            <pc:docMk/>
            <pc:sldMk cId="3085645951" sldId="279"/>
            <ac:spMk id="7" creationId="{ACC947CA-DE2E-FB31-2DC1-5146B64D46F0}"/>
          </ac:spMkLst>
        </pc:spChg>
      </pc:sldChg>
      <pc:sldChg chg="modSp new del mod ord">
        <pc:chgData name="LEFEBVRE Raphaël" userId="46535da4-4c97-4804-a5ec-0c5f78942f8b" providerId="ADAL" clId="{543241E5-EC8A-477B-8FEE-C03A4A64144F}" dt="2026-01-09T11:32:48.658" v="25294" actId="47"/>
        <pc:sldMkLst>
          <pc:docMk/>
          <pc:sldMk cId="4079591672" sldId="280"/>
        </pc:sldMkLst>
        <pc:spChg chg="mod">
          <ac:chgData name="LEFEBVRE Raphaël" userId="46535da4-4c97-4804-a5ec-0c5f78942f8b" providerId="ADAL" clId="{543241E5-EC8A-477B-8FEE-C03A4A64144F}" dt="2025-12-13T11:22:45.730" v="3509" actId="20577"/>
          <ac:spMkLst>
            <pc:docMk/>
            <pc:sldMk cId="4079591672" sldId="280"/>
            <ac:spMk id="2" creationId="{6DBB82C8-ABE5-49EB-93F4-8909ABF126B6}"/>
          </ac:spMkLst>
        </pc:spChg>
        <pc:spChg chg="mod">
          <ac:chgData name="LEFEBVRE Raphaël" userId="46535da4-4c97-4804-a5ec-0c5f78942f8b" providerId="ADAL" clId="{543241E5-EC8A-477B-8FEE-C03A4A64144F}" dt="2025-12-13T11:22:50.487" v="3519" actId="20577"/>
          <ac:spMkLst>
            <pc:docMk/>
            <pc:sldMk cId="4079591672" sldId="280"/>
            <ac:spMk id="3" creationId="{4574A50F-9698-0F2D-A34B-EA140381EEC7}"/>
          </ac:spMkLst>
        </pc:spChg>
      </pc:sldChg>
      <pc:sldChg chg="addSp delSp modSp new mod modClrScheme chgLayout">
        <pc:chgData name="LEFEBVRE Raphaël" userId="46535da4-4c97-4804-a5ec-0c5f78942f8b" providerId="ADAL" clId="{543241E5-EC8A-477B-8FEE-C03A4A64144F}" dt="2025-12-13T18:08:15.655" v="4717" actId="20577"/>
        <pc:sldMkLst>
          <pc:docMk/>
          <pc:sldMk cId="1884025816" sldId="281"/>
        </pc:sldMkLst>
        <pc:spChg chg="mod ord">
          <ac:chgData name="LEFEBVRE Raphaël" userId="46535da4-4c97-4804-a5ec-0c5f78942f8b" providerId="ADAL" clId="{543241E5-EC8A-477B-8FEE-C03A4A64144F}" dt="2025-12-13T16:36:56.202" v="3851" actId="700"/>
          <ac:spMkLst>
            <pc:docMk/>
            <pc:sldMk cId="1884025816" sldId="281"/>
            <ac:spMk id="2" creationId="{81A57F68-0159-2383-8404-DF600B21DBFE}"/>
          </ac:spMkLst>
        </pc:spChg>
        <pc:spChg chg="add mod ord">
          <ac:chgData name="LEFEBVRE Raphaël" userId="46535da4-4c97-4804-a5ec-0c5f78942f8b" providerId="ADAL" clId="{543241E5-EC8A-477B-8FEE-C03A4A64144F}" dt="2025-12-13T17:40:08.215" v="4359" actId="20577"/>
          <ac:spMkLst>
            <pc:docMk/>
            <pc:sldMk cId="1884025816" sldId="281"/>
            <ac:spMk id="5" creationId="{E4E66886-7887-55B6-E231-2883469CABA1}"/>
          </ac:spMkLst>
        </pc:spChg>
        <pc:spChg chg="add mod ord">
          <ac:chgData name="LEFEBVRE Raphaël" userId="46535da4-4c97-4804-a5ec-0c5f78942f8b" providerId="ADAL" clId="{543241E5-EC8A-477B-8FEE-C03A4A64144F}" dt="2025-12-13T18:08:15.655" v="4717" actId="20577"/>
          <ac:spMkLst>
            <pc:docMk/>
            <pc:sldMk cId="1884025816" sldId="281"/>
            <ac:spMk id="7" creationId="{DA85D611-48A6-A1ED-6B41-CF49DA75D0B6}"/>
          </ac:spMkLst>
        </pc:spChg>
        <pc:spChg chg="add mod">
          <ac:chgData name="LEFEBVRE Raphaël" userId="46535da4-4c97-4804-a5ec-0c5f78942f8b" providerId="ADAL" clId="{543241E5-EC8A-477B-8FEE-C03A4A64144F}" dt="2025-12-13T18:04:56.133" v="4680" actId="15"/>
          <ac:spMkLst>
            <pc:docMk/>
            <pc:sldMk cId="1884025816" sldId="281"/>
            <ac:spMk id="13" creationId="{A6B6B6AB-49F4-E2BF-873C-2138A3EB979D}"/>
          </ac:spMkLst>
        </pc:spChg>
        <pc:graphicFrameChg chg="add mod ord modGraphic">
          <ac:chgData name="LEFEBVRE Raphaël" userId="46535da4-4c97-4804-a5ec-0c5f78942f8b" providerId="ADAL" clId="{543241E5-EC8A-477B-8FEE-C03A4A64144F}" dt="2025-12-13T18:04:31.978" v="4664" actId="20577"/>
          <ac:graphicFrameMkLst>
            <pc:docMk/>
            <pc:sldMk cId="1884025816" sldId="281"/>
            <ac:graphicFrameMk id="12" creationId="{8B565A6F-A648-6B1B-23C3-54697AD67743}"/>
          </ac:graphicFrameMkLst>
        </pc:graphicFrameChg>
        <pc:picChg chg="add mod ord">
          <ac:chgData name="LEFEBVRE Raphaël" userId="46535da4-4c97-4804-a5ec-0c5f78942f8b" providerId="ADAL" clId="{543241E5-EC8A-477B-8FEE-C03A4A64144F}" dt="2025-12-13T16:48:28.040" v="3953" actId="962"/>
          <ac:picMkLst>
            <pc:docMk/>
            <pc:sldMk cId="1884025816" sldId="281"/>
            <ac:picMk id="11" creationId="{EA7D6C12-D543-B41E-BA47-D45B900B44E7}"/>
          </ac:picMkLst>
        </pc:picChg>
      </pc:sldChg>
      <pc:sldChg chg="addSp delSp modSp add mod modNotesTx">
        <pc:chgData name="LEFEBVRE Raphaël" userId="46535da4-4c97-4804-a5ec-0c5f78942f8b" providerId="ADAL" clId="{543241E5-EC8A-477B-8FEE-C03A4A64144F}" dt="2025-12-13T17:49:13.979" v="4545" actId="6549"/>
        <pc:sldMkLst>
          <pc:docMk/>
          <pc:sldMk cId="1678517650" sldId="282"/>
        </pc:sldMkLst>
        <pc:spChg chg="mod">
          <ac:chgData name="LEFEBVRE Raphaël" userId="46535da4-4c97-4804-a5ec-0c5f78942f8b" providerId="ADAL" clId="{543241E5-EC8A-477B-8FEE-C03A4A64144F}" dt="2025-12-13T17:36:35.379" v="4347" actId="20577"/>
          <ac:spMkLst>
            <pc:docMk/>
            <pc:sldMk cId="1678517650" sldId="282"/>
            <ac:spMk id="11" creationId="{A8329D34-F371-32CA-634E-1B8DC4A1DDF2}"/>
          </ac:spMkLst>
        </pc:spChg>
        <pc:spChg chg="mod">
          <ac:chgData name="LEFEBVRE Raphaël" userId="46535da4-4c97-4804-a5ec-0c5f78942f8b" providerId="ADAL" clId="{543241E5-EC8A-477B-8FEE-C03A4A64144F}" dt="2025-12-13T17:36:39.765" v="4354" actId="20577"/>
          <ac:spMkLst>
            <pc:docMk/>
            <pc:sldMk cId="1678517650" sldId="282"/>
            <ac:spMk id="12" creationId="{7DE0147C-6F21-537B-9B25-08FA17E17A96}"/>
          </ac:spMkLst>
        </pc:spChg>
        <pc:picChg chg="add mod">
          <ac:chgData name="LEFEBVRE Raphaël" userId="46535da4-4c97-4804-a5ec-0c5f78942f8b" providerId="ADAL" clId="{543241E5-EC8A-477B-8FEE-C03A4A64144F}" dt="2025-12-13T17:12:31.385" v="4206"/>
          <ac:picMkLst>
            <pc:docMk/>
            <pc:sldMk cId="1678517650" sldId="282"/>
            <ac:picMk id="13" creationId="{56071174-02C6-2198-02E6-3B5318AB018A}"/>
          </ac:picMkLst>
        </pc:picChg>
        <pc:picChg chg="add mod ord">
          <ac:chgData name="LEFEBVRE Raphaël" userId="46535da4-4c97-4804-a5ec-0c5f78942f8b" providerId="ADAL" clId="{543241E5-EC8A-477B-8FEE-C03A4A64144F}" dt="2025-12-13T17:24:57.414" v="4211" actId="962"/>
          <ac:picMkLst>
            <pc:docMk/>
            <pc:sldMk cId="1678517650" sldId="282"/>
            <ac:picMk id="15" creationId="{22EB6BAE-FA03-F765-E0CE-878075AFF8E2}"/>
          </ac:picMkLst>
        </pc:picChg>
      </pc:sldChg>
      <pc:sldChg chg="modSp add mod">
        <pc:chgData name="LEFEBVRE Raphaël" userId="46535da4-4c97-4804-a5ec-0c5f78942f8b" providerId="ADAL" clId="{543241E5-EC8A-477B-8FEE-C03A4A64144F}" dt="2025-12-13T17:57:20.358" v="4643" actId="20577"/>
        <pc:sldMkLst>
          <pc:docMk/>
          <pc:sldMk cId="423287070" sldId="283"/>
        </pc:sldMkLst>
        <pc:spChg chg="mod">
          <ac:chgData name="LEFEBVRE Raphaël" userId="46535da4-4c97-4804-a5ec-0c5f78942f8b" providerId="ADAL" clId="{543241E5-EC8A-477B-8FEE-C03A4A64144F}" dt="2025-12-13T17:57:20.358" v="4643" actId="20577"/>
          <ac:spMkLst>
            <pc:docMk/>
            <pc:sldMk cId="423287070" sldId="283"/>
            <ac:spMk id="5" creationId="{5F290F30-4DF9-AA0E-E374-38F65B88ADEE}"/>
          </ac:spMkLst>
        </pc:spChg>
      </pc:sldChg>
      <pc:sldChg chg="addSp delSp modSp new mod modClrScheme chgLayout">
        <pc:chgData name="LEFEBVRE Raphaël" userId="46535da4-4c97-4804-a5ec-0c5f78942f8b" providerId="ADAL" clId="{543241E5-EC8A-477B-8FEE-C03A4A64144F}" dt="2025-12-13T19:09:10.782" v="4732" actId="20577"/>
        <pc:sldMkLst>
          <pc:docMk/>
          <pc:sldMk cId="1811642676" sldId="284"/>
        </pc:sldMkLst>
        <pc:spChg chg="add mod ord">
          <ac:chgData name="LEFEBVRE Raphaël" userId="46535da4-4c97-4804-a5ec-0c5f78942f8b" providerId="ADAL" clId="{543241E5-EC8A-477B-8FEE-C03A4A64144F}" dt="2025-12-13T19:09:10.782" v="4732" actId="20577"/>
          <ac:spMkLst>
            <pc:docMk/>
            <pc:sldMk cId="1811642676" sldId="284"/>
            <ac:spMk id="5" creationId="{10E0ADAB-5C08-23E4-87FC-5A51E7DEDCCD}"/>
          </ac:spMkLst>
        </pc:spChg>
        <pc:spChg chg="add mod ord">
          <ac:chgData name="LEFEBVRE Raphaël" userId="46535da4-4c97-4804-a5ec-0c5f78942f8b" providerId="ADAL" clId="{543241E5-EC8A-477B-8FEE-C03A4A64144F}" dt="2025-12-13T19:09:06.485" v="4719" actId="700"/>
          <ac:spMkLst>
            <pc:docMk/>
            <pc:sldMk cId="1811642676" sldId="284"/>
            <ac:spMk id="6" creationId="{FA65913A-1F20-11C9-93AF-296309EF0221}"/>
          </ac:spMkLst>
        </pc:spChg>
      </pc:sldChg>
      <pc:sldChg chg="delSp modSp add mod">
        <pc:chgData name="LEFEBVRE Raphaël" userId="46535da4-4c97-4804-a5ec-0c5f78942f8b" providerId="ADAL" clId="{543241E5-EC8A-477B-8FEE-C03A4A64144F}" dt="2026-01-09T10:09:53.783" v="24156" actId="20577"/>
        <pc:sldMkLst>
          <pc:docMk/>
          <pc:sldMk cId="3824319084" sldId="286"/>
        </pc:sldMkLst>
        <pc:spChg chg="mod">
          <ac:chgData name="LEFEBVRE Raphaël" userId="46535da4-4c97-4804-a5ec-0c5f78942f8b" providerId="ADAL" clId="{543241E5-EC8A-477B-8FEE-C03A4A64144F}" dt="2026-01-09T10:09:53.783" v="24156" actId="20577"/>
          <ac:spMkLst>
            <pc:docMk/>
            <pc:sldMk cId="3824319084" sldId="286"/>
            <ac:spMk id="5" creationId="{BDE597AD-C011-BDB7-9EB5-7F4D0E7EF33D}"/>
          </ac:spMkLst>
        </pc:spChg>
      </pc:sldChg>
      <pc:sldChg chg="addSp delSp modSp new mod modClrScheme chgLayout">
        <pc:chgData name="LEFEBVRE Raphaël" userId="46535da4-4c97-4804-a5ec-0c5f78942f8b" providerId="ADAL" clId="{543241E5-EC8A-477B-8FEE-C03A4A64144F}" dt="2026-01-08T12:24:34.368" v="22630" actId="20577"/>
        <pc:sldMkLst>
          <pc:docMk/>
          <pc:sldMk cId="3566863753" sldId="287"/>
        </pc:sldMkLst>
        <pc:spChg chg="add mod ord">
          <ac:chgData name="LEFEBVRE Raphaël" userId="46535da4-4c97-4804-a5ec-0c5f78942f8b" providerId="ADAL" clId="{543241E5-EC8A-477B-8FEE-C03A4A64144F}" dt="2025-12-15T14:36:33.068" v="5993" actId="20577"/>
          <ac:spMkLst>
            <pc:docMk/>
            <pc:sldMk cId="3566863753" sldId="287"/>
            <ac:spMk id="4" creationId="{5BF1C041-EB1F-DFF0-9464-C0659184F0F8}"/>
          </ac:spMkLst>
        </pc:spChg>
        <pc:spChg chg="add mod ord">
          <ac:chgData name="LEFEBVRE Raphaël" userId="46535da4-4c97-4804-a5ec-0c5f78942f8b" providerId="ADAL" clId="{543241E5-EC8A-477B-8FEE-C03A4A64144F}" dt="2026-01-08T09:42:05.735" v="20564" actId="20577"/>
          <ac:spMkLst>
            <pc:docMk/>
            <pc:sldMk cId="3566863753" sldId="287"/>
            <ac:spMk id="5" creationId="{F1F0C76A-3904-D7DE-2F85-929357FA5C0F}"/>
          </ac:spMkLst>
        </pc:spChg>
        <pc:spChg chg="add mod ord">
          <ac:chgData name="LEFEBVRE Raphaël" userId="46535da4-4c97-4804-a5ec-0c5f78942f8b" providerId="ADAL" clId="{543241E5-EC8A-477B-8FEE-C03A4A64144F}" dt="2025-12-15T19:28:28.410" v="9031" actId="27636"/>
          <ac:spMkLst>
            <pc:docMk/>
            <pc:sldMk cId="3566863753" sldId="287"/>
            <ac:spMk id="8" creationId="{57D7CB6D-D2F8-84B9-671A-C9DABAE38070}"/>
          </ac:spMkLst>
        </pc:spChg>
        <pc:spChg chg="add mod ord">
          <ac:chgData name="LEFEBVRE Raphaël" userId="46535da4-4c97-4804-a5ec-0c5f78942f8b" providerId="ADAL" clId="{543241E5-EC8A-477B-8FEE-C03A4A64144F}" dt="2025-12-15T19:28:30.264" v="9042" actId="20577"/>
          <ac:spMkLst>
            <pc:docMk/>
            <pc:sldMk cId="3566863753" sldId="287"/>
            <ac:spMk id="9" creationId="{CC78FACC-5664-C0EB-F9A8-F24415701052}"/>
          </ac:spMkLst>
        </pc:spChg>
        <pc:graphicFrameChg chg="add mod ord modGraphic">
          <ac:chgData name="LEFEBVRE Raphaël" userId="46535da4-4c97-4804-a5ec-0c5f78942f8b" providerId="ADAL" clId="{543241E5-EC8A-477B-8FEE-C03A4A64144F}" dt="2026-01-08T12:24:34.368" v="22630" actId="20577"/>
          <ac:graphicFrameMkLst>
            <pc:docMk/>
            <pc:sldMk cId="3566863753" sldId="287"/>
            <ac:graphicFrameMk id="7" creationId="{165B5C2E-B47A-5D8B-E960-0BF6013AD413}"/>
          </ac:graphicFrameMkLst>
        </pc:graphicFrameChg>
      </pc:sldChg>
      <pc:sldChg chg="modSp add mod">
        <pc:chgData name="LEFEBVRE Raphaël" userId="46535da4-4c97-4804-a5ec-0c5f78942f8b" providerId="ADAL" clId="{543241E5-EC8A-477B-8FEE-C03A4A64144F}" dt="2025-12-16T08:16:54.424" v="9812" actId="20577"/>
        <pc:sldMkLst>
          <pc:docMk/>
          <pc:sldMk cId="3087461888" sldId="288"/>
        </pc:sldMkLst>
        <pc:spChg chg="mod">
          <ac:chgData name="LEFEBVRE Raphaël" userId="46535da4-4c97-4804-a5ec-0c5f78942f8b" providerId="ADAL" clId="{543241E5-EC8A-477B-8FEE-C03A4A64144F}" dt="2025-12-16T08:16:54.424" v="9812" actId="20577"/>
          <ac:spMkLst>
            <pc:docMk/>
            <pc:sldMk cId="3087461888" sldId="288"/>
            <ac:spMk id="5" creationId="{EE905A91-CA8A-529E-FFC4-A63AE9BA284D}"/>
          </ac:spMkLst>
        </pc:spChg>
      </pc:sldChg>
      <pc:sldChg chg="addSp delSp modSp new mod modClrScheme chgLayout">
        <pc:chgData name="LEFEBVRE Raphaël" userId="46535da4-4c97-4804-a5ec-0c5f78942f8b" providerId="ADAL" clId="{543241E5-EC8A-477B-8FEE-C03A4A64144F}" dt="2026-01-03T20:23:43.616" v="14756" actId="20577"/>
        <pc:sldMkLst>
          <pc:docMk/>
          <pc:sldMk cId="1743586743" sldId="289"/>
        </pc:sldMkLst>
        <pc:spChg chg="add mod ord">
          <ac:chgData name="LEFEBVRE Raphaël" userId="46535da4-4c97-4804-a5ec-0c5f78942f8b" providerId="ADAL" clId="{543241E5-EC8A-477B-8FEE-C03A4A64144F}" dt="2026-01-03T20:23:43.616" v="14756" actId="20577"/>
          <ac:spMkLst>
            <pc:docMk/>
            <pc:sldMk cId="1743586743" sldId="289"/>
            <ac:spMk id="4" creationId="{1969A23A-C856-F7E9-662F-10B1C7ED961C}"/>
          </ac:spMkLst>
        </pc:spChg>
        <pc:spChg chg="add mod ord">
          <ac:chgData name="LEFEBVRE Raphaël" userId="46535da4-4c97-4804-a5ec-0c5f78942f8b" providerId="ADAL" clId="{543241E5-EC8A-477B-8FEE-C03A4A64144F}" dt="2026-01-03T18:00:02.536" v="12901" actId="20577"/>
          <ac:spMkLst>
            <pc:docMk/>
            <pc:sldMk cId="1743586743" sldId="289"/>
            <ac:spMk id="5" creationId="{B98CE3D7-326D-3AC8-FB90-7B36D85B504B}"/>
          </ac:spMkLst>
        </pc:spChg>
        <pc:spChg chg="add mod ord">
          <ac:chgData name="LEFEBVRE Raphaël" userId="46535da4-4c97-4804-a5ec-0c5f78942f8b" providerId="ADAL" clId="{543241E5-EC8A-477B-8FEE-C03A4A64144F}" dt="2025-12-15T14:24:28.728" v="5333" actId="20577"/>
          <ac:spMkLst>
            <pc:docMk/>
            <pc:sldMk cId="1743586743" sldId="289"/>
            <ac:spMk id="8" creationId="{8583AFE3-EBAF-37A0-96A1-D6068EFADC0A}"/>
          </ac:spMkLst>
        </pc:spChg>
        <pc:spChg chg="add mod ord">
          <ac:chgData name="LEFEBVRE Raphaël" userId="46535da4-4c97-4804-a5ec-0c5f78942f8b" providerId="ADAL" clId="{543241E5-EC8A-477B-8FEE-C03A4A64144F}" dt="2025-12-15T16:40:20.283" v="8994" actId="20577"/>
          <ac:spMkLst>
            <pc:docMk/>
            <pc:sldMk cId="1743586743" sldId="289"/>
            <ac:spMk id="9" creationId="{F6C32FAE-63B5-E9AC-B899-AF3C34C0B944}"/>
          </ac:spMkLst>
        </pc:spChg>
        <pc:graphicFrameChg chg="add mod ord modGraphic">
          <ac:chgData name="LEFEBVRE Raphaël" userId="46535da4-4c97-4804-a5ec-0c5f78942f8b" providerId="ADAL" clId="{543241E5-EC8A-477B-8FEE-C03A4A64144F}" dt="2025-12-15T16:40:27.046" v="9012" actId="20577"/>
          <ac:graphicFrameMkLst>
            <pc:docMk/>
            <pc:sldMk cId="1743586743" sldId="289"/>
            <ac:graphicFrameMk id="7" creationId="{74B72DBC-F4AC-B3FD-966A-A43B968ECF11}"/>
          </ac:graphicFrameMkLst>
        </pc:graphicFrameChg>
        <pc:picChg chg="add mod">
          <ac:chgData name="LEFEBVRE Raphaël" userId="46535da4-4c97-4804-a5ec-0c5f78942f8b" providerId="ADAL" clId="{543241E5-EC8A-477B-8FEE-C03A4A64144F}" dt="2025-12-15T15:07:20.050" v="7138" actId="1076"/>
          <ac:picMkLst>
            <pc:docMk/>
            <pc:sldMk cId="1743586743" sldId="289"/>
            <ac:picMk id="11" creationId="{A61CA189-3DDA-69E5-A936-72581C11F27B}"/>
          </ac:picMkLst>
        </pc:picChg>
      </pc:sldChg>
      <pc:sldChg chg="addSp delSp modSp new mod modClrScheme chgLayout">
        <pc:chgData name="LEFEBVRE Raphaël" userId="46535da4-4c97-4804-a5ec-0c5f78942f8b" providerId="ADAL" clId="{543241E5-EC8A-477B-8FEE-C03A4A64144F}" dt="2026-01-03T18:00:36.550" v="12905" actId="20577"/>
        <pc:sldMkLst>
          <pc:docMk/>
          <pc:sldMk cId="750747539" sldId="290"/>
        </pc:sldMkLst>
        <pc:spChg chg="mod ord">
          <ac:chgData name="LEFEBVRE Raphaël" userId="46535da4-4c97-4804-a5ec-0c5f78942f8b" providerId="ADAL" clId="{543241E5-EC8A-477B-8FEE-C03A4A64144F}" dt="2025-12-15T14:39:41.942" v="6181" actId="700"/>
          <ac:spMkLst>
            <pc:docMk/>
            <pc:sldMk cId="750747539" sldId="290"/>
            <ac:spMk id="2" creationId="{74D467F4-DA11-2E57-5843-5C4D13E56775}"/>
          </ac:spMkLst>
        </pc:spChg>
        <pc:spChg chg="add del mod">
          <ac:chgData name="LEFEBVRE Raphaël" userId="46535da4-4c97-4804-a5ec-0c5f78942f8b" providerId="ADAL" clId="{543241E5-EC8A-477B-8FEE-C03A4A64144F}" dt="2025-12-15T14:57:33.982" v="6767" actId="20577"/>
          <ac:spMkLst>
            <pc:docMk/>
            <pc:sldMk cId="750747539" sldId="290"/>
            <ac:spMk id="3" creationId="{69ECCBCB-4BE4-5FE7-0853-88A122EB9AF7}"/>
          </ac:spMkLst>
        </pc:spChg>
        <pc:spChg chg="mod ord">
          <ac:chgData name="LEFEBVRE Raphaël" userId="46535da4-4c97-4804-a5ec-0c5f78942f8b" providerId="ADAL" clId="{543241E5-EC8A-477B-8FEE-C03A4A64144F}" dt="2026-01-03T18:00:36.550" v="12905" actId="20577"/>
          <ac:spMkLst>
            <pc:docMk/>
            <pc:sldMk cId="750747539" sldId="290"/>
            <ac:spMk id="4" creationId="{CC761210-5B8C-059C-A9DF-E055F709C4FA}"/>
          </ac:spMkLst>
        </pc:spChg>
        <pc:spChg chg="add del mod">
          <ac:chgData name="LEFEBVRE Raphaël" userId="46535da4-4c97-4804-a5ec-0c5f78942f8b" providerId="ADAL" clId="{543241E5-EC8A-477B-8FEE-C03A4A64144F}" dt="2025-12-15T15:24:03.859" v="7992" actId="20577"/>
          <ac:spMkLst>
            <pc:docMk/>
            <pc:sldMk cId="750747539" sldId="290"/>
            <ac:spMk id="5" creationId="{CC35EE2A-010D-5EFA-F658-FB5AC79AAC38}"/>
          </ac:spMkLst>
        </pc:spChg>
        <pc:graphicFrameChg chg="add mod ord modGraphic">
          <ac:chgData name="LEFEBVRE Raphaël" userId="46535da4-4c97-4804-a5ec-0c5f78942f8b" providerId="ADAL" clId="{543241E5-EC8A-477B-8FEE-C03A4A64144F}" dt="2025-12-15T15:30:21.936" v="8003" actId="20577"/>
          <ac:graphicFrameMkLst>
            <pc:docMk/>
            <pc:sldMk cId="750747539" sldId="290"/>
            <ac:graphicFrameMk id="8" creationId="{64990140-F6CE-648E-BAB5-69F0BC89906B}"/>
          </ac:graphicFrameMkLst>
        </pc:graphicFrameChg>
      </pc:sldChg>
      <pc:sldChg chg="addSp delSp modSp new mod modClrScheme modShow chgLayout modNotesTx">
        <pc:chgData name="LEFEBVRE Raphaël" userId="46535da4-4c97-4804-a5ec-0c5f78942f8b" providerId="ADAL" clId="{543241E5-EC8A-477B-8FEE-C03A4A64144F}" dt="2025-12-15T16:21:20.235" v="8482" actId="27636"/>
        <pc:sldMkLst>
          <pc:docMk/>
          <pc:sldMk cId="2845766980" sldId="291"/>
        </pc:sldMkLst>
        <pc:spChg chg="mod ord">
          <ac:chgData name="LEFEBVRE Raphaël" userId="46535da4-4c97-4804-a5ec-0c5f78942f8b" providerId="ADAL" clId="{543241E5-EC8A-477B-8FEE-C03A4A64144F}" dt="2025-12-15T16:04:12.590" v="8281" actId="20577"/>
          <ac:spMkLst>
            <pc:docMk/>
            <pc:sldMk cId="2845766980" sldId="291"/>
            <ac:spMk id="2" creationId="{23F1B507-CB1F-006D-6918-0D4306125051}"/>
          </ac:spMkLst>
        </pc:spChg>
        <pc:spChg chg="mod ord">
          <ac:chgData name="LEFEBVRE Raphaël" userId="46535da4-4c97-4804-a5ec-0c5f78942f8b" providerId="ADAL" clId="{543241E5-EC8A-477B-8FEE-C03A4A64144F}" dt="2025-12-15T16:21:20.235" v="8482" actId="27636"/>
          <ac:spMkLst>
            <pc:docMk/>
            <pc:sldMk cId="2845766980" sldId="291"/>
            <ac:spMk id="4" creationId="{4767BE5E-C88F-500A-EBC2-63F65C6FC9A6}"/>
          </ac:spMkLst>
        </pc:spChg>
        <pc:picChg chg="add mod ord">
          <ac:chgData name="LEFEBVRE Raphaël" userId="46535da4-4c97-4804-a5ec-0c5f78942f8b" providerId="ADAL" clId="{543241E5-EC8A-477B-8FEE-C03A4A64144F}" dt="2025-12-15T16:19:52.581" v="8442" actId="962"/>
          <ac:picMkLst>
            <pc:docMk/>
            <pc:sldMk cId="2845766980" sldId="291"/>
            <ac:picMk id="9" creationId="{8DEE40DE-3FA1-A649-6DA4-A1434246F486}"/>
          </ac:picMkLst>
        </pc:picChg>
      </pc:sldChg>
      <pc:sldChg chg="addSp delSp modSp new mod">
        <pc:chgData name="LEFEBVRE Raphaël" userId="46535da4-4c97-4804-a5ec-0c5f78942f8b" providerId="ADAL" clId="{543241E5-EC8A-477B-8FEE-C03A4A64144F}" dt="2025-12-15T16:08:36.956" v="8293" actId="20577"/>
        <pc:sldMkLst>
          <pc:docMk/>
          <pc:sldMk cId="257936240" sldId="292"/>
        </pc:sldMkLst>
        <pc:spChg chg="mod">
          <ac:chgData name="LEFEBVRE Raphaël" userId="46535da4-4c97-4804-a5ec-0c5f78942f8b" providerId="ADAL" clId="{543241E5-EC8A-477B-8FEE-C03A4A64144F}" dt="2025-12-15T15:30:46.469" v="8030" actId="122"/>
          <ac:spMkLst>
            <pc:docMk/>
            <pc:sldMk cId="257936240" sldId="292"/>
            <ac:spMk id="2" creationId="{3BF19C68-4E16-6687-A08A-3FDC73A322C4}"/>
          </ac:spMkLst>
        </pc:spChg>
        <pc:spChg chg="mod">
          <ac:chgData name="LEFEBVRE Raphaël" userId="46535da4-4c97-4804-a5ec-0c5f78942f8b" providerId="ADAL" clId="{543241E5-EC8A-477B-8FEE-C03A4A64144F}" dt="2025-12-15T15:30:56.083" v="8044" actId="20577"/>
          <ac:spMkLst>
            <pc:docMk/>
            <pc:sldMk cId="257936240" sldId="292"/>
            <ac:spMk id="3" creationId="{1AAC6B92-947A-FD2B-86DA-0E08FE42E31B}"/>
          </ac:spMkLst>
        </pc:spChg>
        <pc:spChg chg="mod">
          <ac:chgData name="LEFEBVRE Raphaël" userId="46535da4-4c97-4804-a5ec-0c5f78942f8b" providerId="ADAL" clId="{543241E5-EC8A-477B-8FEE-C03A4A64144F}" dt="2025-12-15T16:08:36.956" v="8293" actId="20577"/>
          <ac:spMkLst>
            <pc:docMk/>
            <pc:sldMk cId="257936240" sldId="292"/>
            <ac:spMk id="5" creationId="{1D3BCA0B-AAAC-3A94-88C4-74562091DFFD}"/>
          </ac:spMkLst>
        </pc:spChg>
        <pc:spChg chg="add mod">
          <ac:chgData name="LEFEBVRE Raphaël" userId="46535da4-4c97-4804-a5ec-0c5f78942f8b" providerId="ADAL" clId="{543241E5-EC8A-477B-8FEE-C03A4A64144F}" dt="2025-12-15T15:43:31.525" v="8138" actId="14100"/>
          <ac:spMkLst>
            <pc:docMk/>
            <pc:sldMk cId="257936240" sldId="292"/>
            <ac:spMk id="11" creationId="{7224750E-97DA-35FA-FF89-84216C2AE9EE}"/>
          </ac:spMkLst>
        </pc:spChg>
        <pc:picChg chg="add mod ord">
          <ac:chgData name="LEFEBVRE Raphaël" userId="46535da4-4c97-4804-a5ec-0c5f78942f8b" providerId="ADAL" clId="{543241E5-EC8A-477B-8FEE-C03A4A64144F}" dt="2025-12-15T15:31:54.512" v="8058" actId="962"/>
          <ac:picMkLst>
            <pc:docMk/>
            <pc:sldMk cId="257936240" sldId="292"/>
            <ac:picMk id="8" creationId="{5E36F334-063E-2719-32CB-1A81F600B64B}"/>
          </ac:picMkLst>
        </pc:picChg>
        <pc:picChg chg="add mod ord">
          <ac:chgData name="LEFEBVRE Raphaël" userId="46535da4-4c97-4804-a5ec-0c5f78942f8b" providerId="ADAL" clId="{543241E5-EC8A-477B-8FEE-C03A4A64144F}" dt="2025-12-15T15:32:08.200" v="8061" actId="962"/>
          <ac:picMkLst>
            <pc:docMk/>
            <pc:sldMk cId="257936240" sldId="292"/>
            <ac:picMk id="10" creationId="{4888F8CE-EE26-F08D-CEB7-B73F61F18233}"/>
          </ac:picMkLst>
        </pc:picChg>
      </pc:sldChg>
      <pc:sldChg chg="addSp delSp modSp new mod">
        <pc:chgData name="LEFEBVRE Raphaël" userId="46535da4-4c97-4804-a5ec-0c5f78942f8b" providerId="ADAL" clId="{543241E5-EC8A-477B-8FEE-C03A4A64144F}" dt="2026-01-08T09:46:39.834" v="20597" actId="20577"/>
        <pc:sldMkLst>
          <pc:docMk/>
          <pc:sldMk cId="3175964045" sldId="293"/>
        </pc:sldMkLst>
        <pc:spChg chg="mod">
          <ac:chgData name="LEFEBVRE Raphaël" userId="46535da4-4c97-4804-a5ec-0c5f78942f8b" providerId="ADAL" clId="{543241E5-EC8A-477B-8FEE-C03A4A64144F}" dt="2026-01-08T09:46:39.834" v="20597" actId="20577"/>
          <ac:spMkLst>
            <pc:docMk/>
            <pc:sldMk cId="3175964045" sldId="293"/>
            <ac:spMk id="2" creationId="{C5DA0C98-D181-37B3-61EF-711F326FF758}"/>
          </ac:spMkLst>
        </pc:spChg>
        <pc:spChg chg="mod">
          <ac:chgData name="LEFEBVRE Raphaël" userId="46535da4-4c97-4804-a5ec-0c5f78942f8b" providerId="ADAL" clId="{543241E5-EC8A-477B-8FEE-C03A4A64144F}" dt="2025-12-15T16:38:37.155" v="8984" actId="20577"/>
          <ac:spMkLst>
            <pc:docMk/>
            <pc:sldMk cId="3175964045" sldId="293"/>
            <ac:spMk id="3" creationId="{724BBDEC-EF1C-CA84-C926-92BE757B612F}"/>
          </ac:spMkLst>
        </pc:spChg>
        <pc:spChg chg="add mod">
          <ac:chgData name="LEFEBVRE Raphaël" userId="46535da4-4c97-4804-a5ec-0c5f78942f8b" providerId="ADAL" clId="{543241E5-EC8A-477B-8FEE-C03A4A64144F}" dt="2025-12-16T12:56:54.247" v="11815"/>
          <ac:spMkLst>
            <pc:docMk/>
            <pc:sldMk cId="3175964045" sldId="293"/>
            <ac:spMk id="4" creationId="{9B22947B-9BB8-78B2-E89E-68308D4C2074}"/>
          </ac:spMkLst>
        </pc:spChg>
        <pc:picChg chg="add mod ord">
          <ac:chgData name="LEFEBVRE Raphaël" userId="46535da4-4c97-4804-a5ec-0c5f78942f8b" providerId="ADAL" clId="{543241E5-EC8A-477B-8FEE-C03A4A64144F}" dt="2025-12-15T16:34:36.880" v="8894" actId="962"/>
          <ac:picMkLst>
            <pc:docMk/>
            <pc:sldMk cId="3175964045" sldId="293"/>
            <ac:picMk id="6" creationId="{FEF533B7-5CA4-E1B3-5062-A627957C3E62}"/>
          </ac:picMkLst>
        </pc:picChg>
      </pc:sldChg>
      <pc:sldChg chg="addSp delSp modSp new mod modClrScheme chgLayout">
        <pc:chgData name="LEFEBVRE Raphaël" userId="46535da4-4c97-4804-a5ec-0c5f78942f8b" providerId="ADAL" clId="{543241E5-EC8A-477B-8FEE-C03A4A64144F}" dt="2025-12-18T14:12:27.243" v="12884" actId="478"/>
        <pc:sldMkLst>
          <pc:docMk/>
          <pc:sldMk cId="2189899532" sldId="294"/>
        </pc:sldMkLst>
        <pc:spChg chg="add mod ord">
          <ac:chgData name="LEFEBVRE Raphaël" userId="46535da4-4c97-4804-a5ec-0c5f78942f8b" providerId="ADAL" clId="{543241E5-EC8A-477B-8FEE-C03A4A64144F}" dt="2025-12-16T13:02:48.947" v="11856" actId="20577"/>
          <ac:spMkLst>
            <pc:docMk/>
            <pc:sldMk cId="2189899532" sldId="294"/>
            <ac:spMk id="7" creationId="{FAAA2C9C-10B1-2FD7-595A-ED59A7937140}"/>
          </ac:spMkLst>
        </pc:spChg>
        <pc:graphicFrameChg chg="add mod ord modGraphic">
          <ac:chgData name="LEFEBVRE Raphaël" userId="46535da4-4c97-4804-a5ec-0c5f78942f8b" providerId="ADAL" clId="{543241E5-EC8A-477B-8FEE-C03A4A64144F}" dt="2025-12-16T13:08:30.277" v="11933" actId="313"/>
          <ac:graphicFrameMkLst>
            <pc:docMk/>
            <pc:sldMk cId="2189899532" sldId="294"/>
            <ac:graphicFrameMk id="12" creationId="{5B788A03-EF5D-4E61-BF0A-A09D4F859F2D}"/>
          </ac:graphicFrameMkLst>
        </pc:graphicFrameChg>
      </pc:sldChg>
      <pc:sldChg chg="delSp modSp add mod modClrScheme chgLayout">
        <pc:chgData name="LEFEBVRE Raphaël" userId="46535da4-4c97-4804-a5ec-0c5f78942f8b" providerId="ADAL" clId="{543241E5-EC8A-477B-8FEE-C03A4A64144F}" dt="2025-12-16T13:58:12.050" v="11996" actId="20577"/>
        <pc:sldMkLst>
          <pc:docMk/>
          <pc:sldMk cId="1980447239" sldId="295"/>
        </pc:sldMkLst>
        <pc:spChg chg="mod ord">
          <ac:chgData name="LEFEBVRE Raphaël" userId="46535da4-4c97-4804-a5ec-0c5f78942f8b" providerId="ADAL" clId="{543241E5-EC8A-477B-8FEE-C03A4A64144F}" dt="2025-12-16T08:10:02.929" v="9697" actId="700"/>
          <ac:spMkLst>
            <pc:docMk/>
            <pc:sldMk cId="1980447239" sldId="295"/>
            <ac:spMk id="2" creationId="{9EE31F17-255E-9C3D-06CA-3A075E569E41}"/>
          </ac:spMkLst>
        </pc:spChg>
        <pc:spChg chg="mod ord">
          <ac:chgData name="LEFEBVRE Raphaël" userId="46535da4-4c97-4804-a5ec-0c5f78942f8b" providerId="ADAL" clId="{543241E5-EC8A-477B-8FEE-C03A4A64144F}" dt="2025-12-16T13:57:13.711" v="11987" actId="20577"/>
          <ac:spMkLst>
            <pc:docMk/>
            <pc:sldMk cId="1980447239" sldId="295"/>
            <ac:spMk id="5" creationId="{5BEBE399-DA49-3C9B-F71C-A7861E915419}"/>
          </ac:spMkLst>
        </pc:spChg>
        <pc:spChg chg="mod ord">
          <ac:chgData name="LEFEBVRE Raphaël" userId="46535da4-4c97-4804-a5ec-0c5f78942f8b" providerId="ADAL" clId="{543241E5-EC8A-477B-8FEE-C03A4A64144F}" dt="2025-12-16T13:58:12.050" v="11996" actId="20577"/>
          <ac:spMkLst>
            <pc:docMk/>
            <pc:sldMk cId="1980447239" sldId="295"/>
            <ac:spMk id="7" creationId="{9CED8280-9D5E-6C99-00CD-4024D701D9FB}"/>
          </ac:spMkLst>
        </pc:spChg>
      </pc:sldChg>
      <pc:sldChg chg="addSp delSp modSp new mod modClrScheme chgLayout">
        <pc:chgData name="LEFEBVRE Raphaël" userId="46535da4-4c97-4804-a5ec-0c5f78942f8b" providerId="ADAL" clId="{543241E5-EC8A-477B-8FEE-C03A4A64144F}" dt="2026-01-09T11:32:27.620" v="25293" actId="20577"/>
        <pc:sldMkLst>
          <pc:docMk/>
          <pc:sldMk cId="3854517564" sldId="296"/>
        </pc:sldMkLst>
        <pc:spChg chg="mod ord">
          <ac:chgData name="LEFEBVRE Raphaël" userId="46535da4-4c97-4804-a5ec-0c5f78942f8b" providerId="ADAL" clId="{543241E5-EC8A-477B-8FEE-C03A4A64144F}" dt="2026-01-09T11:31:32.962" v="25225" actId="20577"/>
          <ac:spMkLst>
            <pc:docMk/>
            <pc:sldMk cId="3854517564" sldId="296"/>
            <ac:spMk id="2" creationId="{CDF37F29-DC90-E5DE-F7C1-A4571C95988F}"/>
          </ac:spMkLst>
        </pc:spChg>
        <pc:spChg chg="del mod ord">
          <ac:chgData name="LEFEBVRE Raphaël" userId="46535da4-4c97-4804-a5ec-0c5f78942f8b" providerId="ADAL" clId="{543241E5-EC8A-477B-8FEE-C03A4A64144F}" dt="2026-01-09T11:17:48.439" v="25210" actId="700"/>
          <ac:spMkLst>
            <pc:docMk/>
            <pc:sldMk cId="3854517564" sldId="296"/>
            <ac:spMk id="3" creationId="{51D3C796-0628-5AB9-C21B-83B10DBF116A}"/>
          </ac:spMkLst>
        </pc:spChg>
        <pc:spChg chg="add mod ord">
          <ac:chgData name="LEFEBVRE Raphaël" userId="46535da4-4c97-4804-a5ec-0c5f78942f8b" providerId="ADAL" clId="{543241E5-EC8A-477B-8FEE-C03A4A64144F}" dt="2026-01-09T11:32:27.620" v="25293" actId="20577"/>
          <ac:spMkLst>
            <pc:docMk/>
            <pc:sldMk cId="3854517564" sldId="296"/>
            <ac:spMk id="4" creationId="{BEA77530-A7C7-290A-1BA8-1C749B2FA309}"/>
          </ac:spMkLst>
        </pc:spChg>
        <pc:spChg chg="add del mod ord">
          <ac:chgData name="LEFEBVRE Raphaël" userId="46535da4-4c97-4804-a5ec-0c5f78942f8b" providerId="ADAL" clId="{543241E5-EC8A-477B-8FEE-C03A4A64144F}" dt="2026-01-09T11:29:57.958" v="25213" actId="22"/>
          <ac:spMkLst>
            <pc:docMk/>
            <pc:sldMk cId="3854517564" sldId="296"/>
            <ac:spMk id="5" creationId="{374B037C-B396-72DD-8629-3FA2EC0C5941}"/>
          </ac:spMkLst>
        </pc:spChg>
        <pc:picChg chg="add mod ord">
          <ac:chgData name="LEFEBVRE Raphaël" userId="46535da4-4c97-4804-a5ec-0c5f78942f8b" providerId="ADAL" clId="{543241E5-EC8A-477B-8FEE-C03A4A64144F}" dt="2026-01-09T11:29:58.460" v="25215" actId="962"/>
          <ac:picMkLst>
            <pc:docMk/>
            <pc:sldMk cId="3854517564" sldId="296"/>
            <ac:picMk id="7" creationId="{9C09460A-85EC-C32F-186B-EFFD9CC72293}"/>
          </ac:picMkLst>
        </pc:picChg>
      </pc:sldChg>
      <pc:sldChg chg="addSp delSp modSp new mod modClrScheme chgLayout modNotesTx">
        <pc:chgData name="LEFEBVRE Raphaël" userId="46535da4-4c97-4804-a5ec-0c5f78942f8b" providerId="ADAL" clId="{543241E5-EC8A-477B-8FEE-C03A4A64144F}" dt="2025-12-16T12:53:58.493" v="11760" actId="20577"/>
        <pc:sldMkLst>
          <pc:docMk/>
          <pc:sldMk cId="4218316631" sldId="297"/>
        </pc:sldMkLst>
        <pc:spChg chg="add mod ord">
          <ac:chgData name="LEFEBVRE Raphaël" userId="46535da4-4c97-4804-a5ec-0c5f78942f8b" providerId="ADAL" clId="{543241E5-EC8A-477B-8FEE-C03A4A64144F}" dt="2025-12-16T12:53:58.493" v="11760" actId="20577"/>
          <ac:spMkLst>
            <pc:docMk/>
            <pc:sldMk cId="4218316631" sldId="297"/>
            <ac:spMk id="7" creationId="{5E06681F-227C-ECEC-F70D-5FBC78338EF5}"/>
          </ac:spMkLst>
        </pc:spChg>
        <pc:spChg chg="add mod ord">
          <ac:chgData name="LEFEBVRE Raphaël" userId="46535da4-4c97-4804-a5ec-0c5f78942f8b" providerId="ADAL" clId="{543241E5-EC8A-477B-8FEE-C03A4A64144F}" dt="2025-12-16T09:20:19.995" v="10570" actId="20577"/>
          <ac:spMkLst>
            <pc:docMk/>
            <pc:sldMk cId="4218316631" sldId="297"/>
            <ac:spMk id="8" creationId="{9CE31B62-3E0B-217B-E626-C37794612DB1}"/>
          </ac:spMkLst>
        </pc:spChg>
        <pc:spChg chg="add mod ord">
          <ac:chgData name="LEFEBVRE Raphaël" userId="46535da4-4c97-4804-a5ec-0c5f78942f8b" providerId="ADAL" clId="{543241E5-EC8A-477B-8FEE-C03A4A64144F}" dt="2025-12-16T09:25:34.797" v="10669" actId="20577"/>
          <ac:spMkLst>
            <pc:docMk/>
            <pc:sldMk cId="4218316631" sldId="297"/>
            <ac:spMk id="10" creationId="{6720AA71-78BD-2664-121C-E55577B71B02}"/>
          </ac:spMkLst>
        </pc:spChg>
        <pc:spChg chg="add mod">
          <ac:chgData name="LEFEBVRE Raphaël" userId="46535da4-4c97-4804-a5ec-0c5f78942f8b" providerId="ADAL" clId="{543241E5-EC8A-477B-8FEE-C03A4A64144F}" dt="2025-12-16T12:21:53.259" v="11193"/>
          <ac:spMkLst>
            <pc:docMk/>
            <pc:sldMk cId="4218316631" sldId="297"/>
            <ac:spMk id="18" creationId="{8D5F841F-D8D2-BA05-BF2B-8A2FAE781F01}"/>
          </ac:spMkLst>
        </pc:spChg>
        <pc:picChg chg="add mod ord">
          <ac:chgData name="LEFEBVRE Raphaël" userId="46535da4-4c97-4804-a5ec-0c5f78942f8b" providerId="ADAL" clId="{543241E5-EC8A-477B-8FEE-C03A4A64144F}" dt="2025-12-16T12:02:55.371" v="10672" actId="962"/>
          <ac:picMkLst>
            <pc:docMk/>
            <pc:sldMk cId="4218316631" sldId="297"/>
            <ac:picMk id="13" creationId="{50AF4F2C-6146-228E-22E8-50B205BD9C38}"/>
          </ac:picMkLst>
        </pc:picChg>
        <pc:picChg chg="add mod ord">
          <ac:chgData name="LEFEBVRE Raphaël" userId="46535da4-4c97-4804-a5ec-0c5f78942f8b" providerId="ADAL" clId="{543241E5-EC8A-477B-8FEE-C03A4A64144F}" dt="2025-12-16T12:21:30.274" v="11188" actId="22"/>
          <ac:picMkLst>
            <pc:docMk/>
            <pc:sldMk cId="4218316631" sldId="297"/>
            <ac:picMk id="15" creationId="{821B19A9-816A-6E37-179F-9E80F47BAB1D}"/>
          </ac:picMkLst>
        </pc:picChg>
      </pc:sldChg>
      <pc:sldChg chg="addSp delSp modSp new mod modClrScheme chgLayout">
        <pc:chgData name="LEFEBVRE Raphaël" userId="46535da4-4c97-4804-a5ec-0c5f78942f8b" providerId="ADAL" clId="{543241E5-EC8A-477B-8FEE-C03A4A64144F}" dt="2026-01-08T13:37:22.552" v="23482" actId="20577"/>
        <pc:sldMkLst>
          <pc:docMk/>
          <pc:sldMk cId="3831406961" sldId="298"/>
        </pc:sldMkLst>
        <pc:spChg chg="add mod ord">
          <ac:chgData name="LEFEBVRE Raphaël" userId="46535da4-4c97-4804-a5ec-0c5f78942f8b" providerId="ADAL" clId="{543241E5-EC8A-477B-8FEE-C03A4A64144F}" dt="2025-12-16T09:00:46.849" v="10448" actId="122"/>
          <ac:spMkLst>
            <pc:docMk/>
            <pc:sldMk cId="3831406961" sldId="298"/>
            <ac:spMk id="4" creationId="{C0FC3358-3848-3AD8-D5DB-688A8DAF49CA}"/>
          </ac:spMkLst>
        </pc:spChg>
        <pc:spChg chg="add mod ord">
          <ac:chgData name="LEFEBVRE Raphaël" userId="46535da4-4c97-4804-a5ec-0c5f78942f8b" providerId="ADAL" clId="{543241E5-EC8A-477B-8FEE-C03A4A64144F}" dt="2026-01-08T13:37:22.552" v="23482" actId="20577"/>
          <ac:spMkLst>
            <pc:docMk/>
            <pc:sldMk cId="3831406961" sldId="298"/>
            <ac:spMk id="5" creationId="{520B44A1-89A8-25D7-0C6E-F8397796BD60}"/>
          </ac:spMkLst>
        </pc:spChg>
        <pc:picChg chg="add mod ord">
          <ac:chgData name="LEFEBVRE Raphaël" userId="46535da4-4c97-4804-a5ec-0c5f78942f8b" providerId="ADAL" clId="{543241E5-EC8A-477B-8FEE-C03A4A64144F}" dt="2025-12-16T09:19:08.072" v="10513" actId="22"/>
          <ac:picMkLst>
            <pc:docMk/>
            <pc:sldMk cId="3831406961" sldId="298"/>
            <ac:picMk id="12" creationId="{675E2376-77C4-2DF7-8745-C97AC504E775}"/>
          </ac:picMkLst>
        </pc:picChg>
      </pc:sldChg>
      <pc:sldChg chg="addSp delSp modSp new mod setBg">
        <pc:chgData name="LEFEBVRE Raphaël" userId="46535da4-4c97-4804-a5ec-0c5f78942f8b" providerId="ADAL" clId="{543241E5-EC8A-477B-8FEE-C03A4A64144F}" dt="2026-01-08T09:31:43.441" v="20318"/>
        <pc:sldMkLst>
          <pc:docMk/>
          <pc:sldMk cId="2301921716" sldId="299"/>
        </pc:sldMkLst>
        <pc:spChg chg="mod">
          <ac:chgData name="LEFEBVRE Raphaël" userId="46535da4-4c97-4804-a5ec-0c5f78942f8b" providerId="ADAL" clId="{543241E5-EC8A-477B-8FEE-C03A4A64144F}" dt="2025-12-16T14:06:05.448" v="12122" actId="26606"/>
          <ac:spMkLst>
            <pc:docMk/>
            <pc:sldMk cId="2301921716" sldId="299"/>
            <ac:spMk id="2" creationId="{B6B7E23C-FE69-8099-1C81-3CF2C8DC751C}"/>
          </ac:spMkLst>
        </pc:spChg>
        <pc:spChg chg="mod">
          <ac:chgData name="LEFEBVRE Raphaël" userId="46535da4-4c97-4804-a5ec-0c5f78942f8b" providerId="ADAL" clId="{543241E5-EC8A-477B-8FEE-C03A4A64144F}" dt="2026-01-08T09:31:43.441" v="20318"/>
          <ac:spMkLst>
            <pc:docMk/>
            <pc:sldMk cId="2301921716" sldId="299"/>
            <ac:spMk id="3" creationId="{2E4E8244-6B09-004A-5A1B-22171D6C763F}"/>
          </ac:spMkLst>
        </pc:spChg>
        <pc:picChg chg="add mod ord">
          <ac:chgData name="LEFEBVRE Raphaël" userId="46535da4-4c97-4804-a5ec-0c5f78942f8b" providerId="ADAL" clId="{543241E5-EC8A-477B-8FEE-C03A4A64144F}" dt="2025-12-16T14:06:05.448" v="12122" actId="26606"/>
          <ac:picMkLst>
            <pc:docMk/>
            <pc:sldMk cId="2301921716" sldId="299"/>
            <ac:picMk id="10" creationId="{F1B36B9B-A04B-71D5-F67C-51BD926CFD41}"/>
          </ac:picMkLst>
        </pc:picChg>
      </pc:sldChg>
      <pc:sldChg chg="addSp delSp modSp new mod modClrScheme chgLayout">
        <pc:chgData name="LEFEBVRE Raphaël" userId="46535da4-4c97-4804-a5ec-0c5f78942f8b" providerId="ADAL" clId="{543241E5-EC8A-477B-8FEE-C03A4A64144F}" dt="2025-12-19T15:52:23.485" v="12890"/>
        <pc:sldMkLst>
          <pc:docMk/>
          <pc:sldMk cId="3728773957" sldId="300"/>
        </pc:sldMkLst>
        <pc:spChg chg="mod ord">
          <ac:chgData name="LEFEBVRE Raphaël" userId="46535da4-4c97-4804-a5ec-0c5f78942f8b" providerId="ADAL" clId="{543241E5-EC8A-477B-8FEE-C03A4A64144F}" dt="2025-12-18T13:56:15.768" v="12623" actId="700"/>
          <ac:spMkLst>
            <pc:docMk/>
            <pc:sldMk cId="3728773957" sldId="300"/>
            <ac:spMk id="2" creationId="{12889F14-6FD3-2156-81B1-14CAA542C758}"/>
          </ac:spMkLst>
        </pc:spChg>
        <pc:spChg chg="add mod ord">
          <ac:chgData name="LEFEBVRE Raphaël" userId="46535da4-4c97-4804-a5ec-0c5f78942f8b" providerId="ADAL" clId="{543241E5-EC8A-477B-8FEE-C03A4A64144F}" dt="2025-12-18T13:56:21.336" v="12629" actId="20577"/>
          <ac:spMkLst>
            <pc:docMk/>
            <pc:sldMk cId="3728773957" sldId="300"/>
            <ac:spMk id="7" creationId="{C0FA0422-5894-9505-9405-B442F9DCF0CB}"/>
          </ac:spMkLst>
        </pc:spChg>
        <pc:spChg chg="add mod ord">
          <ac:chgData name="LEFEBVRE Raphaël" userId="46535da4-4c97-4804-a5ec-0c5f78942f8b" providerId="ADAL" clId="{543241E5-EC8A-477B-8FEE-C03A4A64144F}" dt="2025-12-18T13:56:26.919" v="12635" actId="20577"/>
          <ac:spMkLst>
            <pc:docMk/>
            <pc:sldMk cId="3728773957" sldId="300"/>
            <ac:spMk id="8" creationId="{2FDCA49B-FB82-AC04-3010-4BA4131F940E}"/>
          </ac:spMkLst>
        </pc:spChg>
        <pc:graphicFrameChg chg="add mod ord modGraphic">
          <ac:chgData name="LEFEBVRE Raphaël" userId="46535da4-4c97-4804-a5ec-0c5f78942f8b" providerId="ADAL" clId="{543241E5-EC8A-477B-8FEE-C03A4A64144F}" dt="2025-12-19T15:52:23.485" v="12890"/>
          <ac:graphicFrameMkLst>
            <pc:docMk/>
            <pc:sldMk cId="3728773957" sldId="300"/>
            <ac:graphicFrameMk id="5" creationId="{B5C1A65D-57D8-A337-7B3E-157CEF8309F7}"/>
          </ac:graphicFrameMkLst>
        </pc:graphicFrameChg>
        <pc:graphicFrameChg chg="add mod ord modGraphic">
          <ac:chgData name="LEFEBVRE Raphaël" userId="46535da4-4c97-4804-a5ec-0c5f78942f8b" providerId="ADAL" clId="{543241E5-EC8A-477B-8FEE-C03A4A64144F}" dt="2025-12-18T13:57:49.133" v="12728" actId="122"/>
          <ac:graphicFrameMkLst>
            <pc:docMk/>
            <pc:sldMk cId="3728773957" sldId="300"/>
            <ac:graphicFrameMk id="6" creationId="{4F676887-C01E-0AC9-A5B1-26D31B986271}"/>
          </ac:graphicFrameMkLst>
        </pc:graphicFrameChg>
      </pc:sldChg>
      <pc:sldChg chg="addSp delSp modSp new mod ord modClrScheme chgLayout">
        <pc:chgData name="LEFEBVRE Raphaël" userId="46535da4-4c97-4804-a5ec-0c5f78942f8b" providerId="ADAL" clId="{543241E5-EC8A-477B-8FEE-C03A4A64144F}" dt="2026-01-03T20:22:39.623" v="14749"/>
        <pc:sldMkLst>
          <pc:docMk/>
          <pc:sldMk cId="449525804" sldId="301"/>
        </pc:sldMkLst>
        <pc:spChg chg="add mod ord">
          <ac:chgData name="LEFEBVRE Raphaël" userId="46535da4-4c97-4804-a5ec-0c5f78942f8b" providerId="ADAL" clId="{543241E5-EC8A-477B-8FEE-C03A4A64144F}" dt="2026-01-03T19:32:25.916" v="14736" actId="20577"/>
          <ac:spMkLst>
            <pc:docMk/>
            <pc:sldMk cId="449525804" sldId="301"/>
            <ac:spMk id="7" creationId="{A9ABF028-27D3-1BD4-DD9E-F70036E8F6C1}"/>
          </ac:spMkLst>
        </pc:spChg>
        <pc:spChg chg="add mod ord">
          <ac:chgData name="LEFEBVRE Raphaël" userId="46535da4-4c97-4804-a5ec-0c5f78942f8b" providerId="ADAL" clId="{543241E5-EC8A-477B-8FEE-C03A4A64144F}" dt="2025-12-18T14:13:49.017" v="12886" actId="700"/>
          <ac:spMkLst>
            <pc:docMk/>
            <pc:sldMk cId="449525804" sldId="301"/>
            <ac:spMk id="8" creationId="{52F69A06-0ED0-BFAF-EEFB-8042E3DE456C}"/>
          </ac:spMkLst>
        </pc:spChg>
      </pc:sldChg>
      <pc:sldChg chg="addSp delSp modSp new mod ord modClrScheme chgLayout">
        <pc:chgData name="LEFEBVRE Raphaël" userId="46535da4-4c97-4804-a5ec-0c5f78942f8b" providerId="ADAL" clId="{543241E5-EC8A-477B-8FEE-C03A4A64144F}" dt="2026-01-03T20:22:39.623" v="14749"/>
        <pc:sldMkLst>
          <pc:docMk/>
          <pc:sldMk cId="939074362" sldId="302"/>
        </pc:sldMkLst>
        <pc:spChg chg="mod ord">
          <ac:chgData name="LEFEBVRE Raphaël" userId="46535da4-4c97-4804-a5ec-0c5f78942f8b" providerId="ADAL" clId="{543241E5-EC8A-477B-8FEE-C03A4A64144F}" dt="2026-01-03T18:22:31.569" v="14004" actId="20577"/>
          <ac:spMkLst>
            <pc:docMk/>
            <pc:sldMk cId="939074362" sldId="302"/>
            <ac:spMk id="2" creationId="{E11A7D57-475F-D707-BC88-23BDB85E3F88}"/>
          </ac:spMkLst>
        </pc:spChg>
        <pc:spChg chg="mod ord">
          <ac:chgData name="LEFEBVRE Raphaël" userId="46535da4-4c97-4804-a5ec-0c5f78942f8b" providerId="ADAL" clId="{543241E5-EC8A-477B-8FEE-C03A4A64144F}" dt="2026-01-03T19:32:16.773" v="14728" actId="20577"/>
          <ac:spMkLst>
            <pc:docMk/>
            <pc:sldMk cId="939074362" sldId="302"/>
            <ac:spMk id="4" creationId="{F29A47D9-8E8F-F9B9-097D-6237C237B60D}"/>
          </ac:spMkLst>
        </pc:spChg>
        <pc:picChg chg="add mod ord">
          <ac:chgData name="LEFEBVRE Raphaël" userId="46535da4-4c97-4804-a5ec-0c5f78942f8b" providerId="ADAL" clId="{543241E5-EC8A-477B-8FEE-C03A4A64144F}" dt="2026-01-03T20:17:00.592" v="14742" actId="962"/>
          <ac:picMkLst>
            <pc:docMk/>
            <pc:sldMk cId="939074362" sldId="302"/>
            <ac:picMk id="9" creationId="{85EE061E-5DC1-86D9-E8F8-FE15627694AE}"/>
          </ac:picMkLst>
        </pc:picChg>
      </pc:sldChg>
      <pc:sldChg chg="addSp delSp modSp new mod ord modClrScheme chgLayout">
        <pc:chgData name="LEFEBVRE Raphaël" userId="46535da4-4c97-4804-a5ec-0c5f78942f8b" providerId="ADAL" clId="{543241E5-EC8A-477B-8FEE-C03A4A64144F}" dt="2026-01-03T20:22:39.623" v="14749"/>
        <pc:sldMkLst>
          <pc:docMk/>
          <pc:sldMk cId="1829444770" sldId="303"/>
        </pc:sldMkLst>
        <pc:spChg chg="mod ord">
          <ac:chgData name="LEFEBVRE Raphaël" userId="46535da4-4c97-4804-a5ec-0c5f78942f8b" providerId="ADAL" clId="{543241E5-EC8A-477B-8FEE-C03A4A64144F}" dt="2026-01-03T18:49:33.761" v="14430" actId="20577"/>
          <ac:spMkLst>
            <pc:docMk/>
            <pc:sldMk cId="1829444770" sldId="303"/>
            <ac:spMk id="2" creationId="{EA35C9E3-9A13-3420-AB1C-ABD9DCD874EF}"/>
          </ac:spMkLst>
        </pc:spChg>
        <pc:spChg chg="mod ord">
          <ac:chgData name="LEFEBVRE Raphaël" userId="46535da4-4c97-4804-a5ec-0c5f78942f8b" providerId="ADAL" clId="{543241E5-EC8A-477B-8FEE-C03A4A64144F}" dt="2026-01-03T18:50:22.111" v="14443" actId="27636"/>
          <ac:spMkLst>
            <pc:docMk/>
            <pc:sldMk cId="1829444770" sldId="303"/>
            <ac:spMk id="4" creationId="{185E19B7-479E-9CE4-2231-CC0AD6E8705C}"/>
          </ac:spMkLst>
        </pc:spChg>
        <pc:picChg chg="add mod ord">
          <ac:chgData name="LEFEBVRE Raphaël" userId="46535da4-4c97-4804-a5ec-0c5f78942f8b" providerId="ADAL" clId="{543241E5-EC8A-477B-8FEE-C03A4A64144F}" dt="2026-01-03T20:19:24.670" v="14745" actId="962"/>
          <ac:picMkLst>
            <pc:docMk/>
            <pc:sldMk cId="1829444770" sldId="303"/>
            <ac:picMk id="11" creationId="{61088866-F544-BC20-EB85-9E0E34E470DD}"/>
          </ac:picMkLst>
        </pc:picChg>
      </pc:sldChg>
      <pc:sldChg chg="addSp delSp modSp new mod ord modClrScheme chgLayout">
        <pc:chgData name="LEFEBVRE Raphaël" userId="46535da4-4c97-4804-a5ec-0c5f78942f8b" providerId="ADAL" clId="{543241E5-EC8A-477B-8FEE-C03A4A64144F}" dt="2026-01-03T20:22:39.623" v="14749"/>
        <pc:sldMkLst>
          <pc:docMk/>
          <pc:sldMk cId="3056101133" sldId="304"/>
        </pc:sldMkLst>
        <pc:spChg chg="mod ord">
          <ac:chgData name="LEFEBVRE Raphaël" userId="46535da4-4c97-4804-a5ec-0c5f78942f8b" providerId="ADAL" clId="{543241E5-EC8A-477B-8FEE-C03A4A64144F}" dt="2026-01-03T19:29:17.945" v="14634" actId="700"/>
          <ac:spMkLst>
            <pc:docMk/>
            <pc:sldMk cId="3056101133" sldId="304"/>
            <ac:spMk id="2" creationId="{2C29C304-1A7D-A6D3-E6AB-0D7389EA6D78}"/>
          </ac:spMkLst>
        </pc:spChg>
        <pc:spChg chg="mod ord">
          <ac:chgData name="LEFEBVRE Raphaël" userId="46535da4-4c97-4804-a5ec-0c5f78942f8b" providerId="ADAL" clId="{543241E5-EC8A-477B-8FEE-C03A4A64144F}" dt="2026-01-03T19:31:31.301" v="14725" actId="27636"/>
          <ac:spMkLst>
            <pc:docMk/>
            <pc:sldMk cId="3056101133" sldId="304"/>
            <ac:spMk id="3" creationId="{FC07D696-5480-C929-A846-3773C1F6AC4F}"/>
          </ac:spMkLst>
        </pc:spChg>
        <pc:spChg chg="add mod ord">
          <ac:chgData name="LEFEBVRE Raphaël" userId="46535da4-4c97-4804-a5ec-0c5f78942f8b" providerId="ADAL" clId="{543241E5-EC8A-477B-8FEE-C03A4A64144F}" dt="2026-01-03T19:29:37.337" v="14697" actId="20577"/>
          <ac:spMkLst>
            <pc:docMk/>
            <pc:sldMk cId="3056101133" sldId="304"/>
            <ac:spMk id="7" creationId="{CA0D298C-A7B3-F0ED-4F43-BC9199187386}"/>
          </ac:spMkLst>
        </pc:spChg>
        <pc:spChg chg="add mod ord">
          <ac:chgData name="LEFEBVRE Raphaël" userId="46535da4-4c97-4804-a5ec-0c5f78942f8b" providerId="ADAL" clId="{543241E5-EC8A-477B-8FEE-C03A4A64144F}" dt="2026-01-03T19:29:30.886" v="14685" actId="20577"/>
          <ac:spMkLst>
            <pc:docMk/>
            <pc:sldMk cId="3056101133" sldId="304"/>
            <ac:spMk id="8" creationId="{17CE45C0-5F63-878F-7E60-00FF71AF2620}"/>
          </ac:spMkLst>
        </pc:spChg>
        <pc:picChg chg="add mod ord">
          <ac:chgData name="LEFEBVRE Raphaël" userId="46535da4-4c97-4804-a5ec-0c5f78942f8b" providerId="ADAL" clId="{543241E5-EC8A-477B-8FEE-C03A4A64144F}" dt="2026-01-03T19:29:17.945" v="14634" actId="700"/>
          <ac:picMkLst>
            <pc:docMk/>
            <pc:sldMk cId="3056101133" sldId="304"/>
            <ac:picMk id="6" creationId="{0DBB28AC-F652-3BC7-1AB8-130563C38F5A}"/>
          </ac:picMkLst>
        </pc:picChg>
      </pc:sldChg>
      <pc:sldChg chg="addSp delSp modSp new mod modNotesTx">
        <pc:chgData name="LEFEBVRE Raphaël" userId="46535da4-4c97-4804-a5ec-0c5f78942f8b" providerId="ADAL" clId="{543241E5-EC8A-477B-8FEE-C03A4A64144F}" dt="2026-01-09T10:13:37.661" v="24255" actId="20577"/>
        <pc:sldMkLst>
          <pc:docMk/>
          <pc:sldMk cId="2842781849" sldId="305"/>
        </pc:sldMkLst>
        <pc:spChg chg="mod">
          <ac:chgData name="LEFEBVRE Raphaël" userId="46535da4-4c97-4804-a5ec-0c5f78942f8b" providerId="ADAL" clId="{543241E5-EC8A-477B-8FEE-C03A4A64144F}" dt="2026-01-06T13:11:19.610" v="15134" actId="20577"/>
          <ac:spMkLst>
            <pc:docMk/>
            <pc:sldMk cId="2842781849" sldId="305"/>
            <ac:spMk id="2" creationId="{3F95D240-5E73-73BB-6AA6-4996BB338CE3}"/>
          </ac:spMkLst>
        </pc:spChg>
        <pc:spChg chg="mod">
          <ac:chgData name="LEFEBVRE Raphaël" userId="46535da4-4c97-4804-a5ec-0c5f78942f8b" providerId="ADAL" clId="{543241E5-EC8A-477B-8FEE-C03A4A64144F}" dt="2026-01-08T09:29:50.720" v="20312" actId="20577"/>
          <ac:spMkLst>
            <pc:docMk/>
            <pc:sldMk cId="2842781849" sldId="305"/>
            <ac:spMk id="3" creationId="{EFBD1143-E134-A649-E02F-DBE26F898329}"/>
          </ac:spMkLst>
        </pc:spChg>
        <pc:spChg chg="add del mod">
          <ac:chgData name="LEFEBVRE Raphaël" userId="46535da4-4c97-4804-a5ec-0c5f78942f8b" providerId="ADAL" clId="{543241E5-EC8A-477B-8FEE-C03A4A64144F}" dt="2026-01-09T10:13:13.831" v="24252" actId="22"/>
          <ac:spMkLst>
            <pc:docMk/>
            <pc:sldMk cId="2842781849" sldId="305"/>
            <ac:spMk id="8" creationId="{6D402AE7-C4E8-118F-D0DF-A40D3F16C169}"/>
          </ac:spMkLst>
        </pc:spChg>
        <pc:picChg chg="add del mod ord">
          <ac:chgData name="LEFEBVRE Raphaël" userId="46535da4-4c97-4804-a5ec-0c5f78942f8b" providerId="ADAL" clId="{543241E5-EC8A-477B-8FEE-C03A4A64144F}" dt="2026-01-09T10:13:12.472" v="24251" actId="478"/>
          <ac:picMkLst>
            <pc:docMk/>
            <pc:sldMk cId="2842781849" sldId="305"/>
            <ac:picMk id="6" creationId="{722F43C1-AFB3-7674-1F02-DA6BF21F644E}"/>
          </ac:picMkLst>
        </pc:picChg>
        <pc:picChg chg="add mod ord">
          <ac:chgData name="LEFEBVRE Raphaël" userId="46535da4-4c97-4804-a5ec-0c5f78942f8b" providerId="ADAL" clId="{543241E5-EC8A-477B-8FEE-C03A4A64144F}" dt="2026-01-09T10:13:14.350" v="24254" actId="962"/>
          <ac:picMkLst>
            <pc:docMk/>
            <pc:sldMk cId="2842781849" sldId="305"/>
            <ac:picMk id="10" creationId="{70A02A16-F08A-6416-2A99-79EF8D240261}"/>
          </ac:picMkLst>
        </pc:picChg>
      </pc:sldChg>
      <pc:sldChg chg="addSp delSp modSp new mod modClrScheme chgLayout">
        <pc:chgData name="LEFEBVRE Raphaël" userId="46535da4-4c97-4804-a5ec-0c5f78942f8b" providerId="ADAL" clId="{543241E5-EC8A-477B-8FEE-C03A4A64144F}" dt="2026-01-08T09:28:15.422" v="20293" actId="20577"/>
        <pc:sldMkLst>
          <pc:docMk/>
          <pc:sldMk cId="1449085246" sldId="306"/>
        </pc:sldMkLst>
        <pc:spChg chg="mod ord">
          <ac:chgData name="LEFEBVRE Raphaël" userId="46535da4-4c97-4804-a5ec-0c5f78942f8b" providerId="ADAL" clId="{543241E5-EC8A-477B-8FEE-C03A4A64144F}" dt="2026-01-08T09:28:15.422" v="20293" actId="20577"/>
          <ac:spMkLst>
            <pc:docMk/>
            <pc:sldMk cId="1449085246" sldId="306"/>
            <ac:spMk id="4" creationId="{61FE5768-A107-B630-B515-3F5AEC5E0C53}"/>
          </ac:spMkLst>
        </pc:spChg>
        <pc:spChg chg="add mod ord">
          <ac:chgData name="LEFEBVRE Raphaël" userId="46535da4-4c97-4804-a5ec-0c5f78942f8b" providerId="ADAL" clId="{543241E5-EC8A-477B-8FEE-C03A4A64144F}" dt="2026-01-06T13:28:05.550" v="15553" actId="20577"/>
          <ac:spMkLst>
            <pc:docMk/>
            <pc:sldMk cId="1449085246" sldId="306"/>
            <ac:spMk id="7" creationId="{7CA47ACE-6FC3-DE42-8C4C-DB637301ABC9}"/>
          </ac:spMkLst>
        </pc:spChg>
        <pc:spChg chg="add del mod ord">
          <ac:chgData name="LEFEBVRE Raphaël" userId="46535da4-4c97-4804-a5ec-0c5f78942f8b" providerId="ADAL" clId="{543241E5-EC8A-477B-8FEE-C03A4A64144F}" dt="2026-01-08T08:56:03.926" v="19727" actId="22"/>
          <ac:spMkLst>
            <pc:docMk/>
            <pc:sldMk cId="1449085246" sldId="306"/>
            <ac:spMk id="8" creationId="{C4BBD217-624A-C8B8-516E-F5F88EA70313}"/>
          </ac:spMkLst>
        </pc:spChg>
        <pc:picChg chg="add mod ord">
          <ac:chgData name="LEFEBVRE Raphaël" userId="46535da4-4c97-4804-a5ec-0c5f78942f8b" providerId="ADAL" clId="{543241E5-EC8A-477B-8FEE-C03A4A64144F}" dt="2026-01-08T08:56:04.462" v="19729" actId="962"/>
          <ac:picMkLst>
            <pc:docMk/>
            <pc:sldMk cId="1449085246" sldId="306"/>
            <ac:picMk id="10" creationId="{EDBE1839-E6DB-236C-0E29-0B383F5765B4}"/>
          </ac:picMkLst>
        </pc:picChg>
      </pc:sldChg>
      <pc:sldChg chg="addSp delSp modSp new mod">
        <pc:chgData name="LEFEBVRE Raphaël" userId="46535da4-4c97-4804-a5ec-0c5f78942f8b" providerId="ADAL" clId="{543241E5-EC8A-477B-8FEE-C03A4A64144F}" dt="2026-01-08T11:00:14.087" v="21321" actId="15"/>
        <pc:sldMkLst>
          <pc:docMk/>
          <pc:sldMk cId="3154513776" sldId="307"/>
        </pc:sldMkLst>
        <pc:spChg chg="mod">
          <ac:chgData name="LEFEBVRE Raphaël" userId="46535da4-4c97-4804-a5ec-0c5f78942f8b" providerId="ADAL" clId="{543241E5-EC8A-477B-8FEE-C03A4A64144F}" dt="2026-01-08T11:00:10.459" v="21307" actId="13926"/>
          <ac:spMkLst>
            <pc:docMk/>
            <pc:sldMk cId="3154513776" sldId="307"/>
            <ac:spMk id="2" creationId="{7A7D3862-62E9-E093-C20E-7549F526CE91}"/>
          </ac:spMkLst>
        </pc:spChg>
        <pc:spChg chg="mod">
          <ac:chgData name="LEFEBVRE Raphaël" userId="46535da4-4c97-4804-a5ec-0c5f78942f8b" providerId="ADAL" clId="{543241E5-EC8A-477B-8FEE-C03A4A64144F}" dt="2026-01-08T11:00:14.087" v="21321" actId="15"/>
          <ac:spMkLst>
            <pc:docMk/>
            <pc:sldMk cId="3154513776" sldId="307"/>
            <ac:spMk id="3" creationId="{F394DE64-6444-0E2D-C403-F76C1BD524E5}"/>
          </ac:spMkLst>
        </pc:spChg>
        <pc:spChg chg="del">
          <ac:chgData name="LEFEBVRE Raphaël" userId="46535da4-4c97-4804-a5ec-0c5f78942f8b" providerId="ADAL" clId="{543241E5-EC8A-477B-8FEE-C03A4A64144F}" dt="2026-01-08T10:57:38.705" v="21232" actId="22"/>
          <ac:spMkLst>
            <pc:docMk/>
            <pc:sldMk cId="3154513776" sldId="307"/>
            <ac:spMk id="4" creationId="{8A1DB126-C846-9B06-0A21-1B4EA44A4E60}"/>
          </ac:spMkLst>
        </pc:spChg>
        <pc:picChg chg="add mod ord">
          <ac:chgData name="LEFEBVRE Raphaël" userId="46535da4-4c97-4804-a5ec-0c5f78942f8b" providerId="ADAL" clId="{543241E5-EC8A-477B-8FEE-C03A4A64144F}" dt="2026-01-08T10:57:39.397" v="21234" actId="962"/>
          <ac:picMkLst>
            <pc:docMk/>
            <pc:sldMk cId="3154513776" sldId="307"/>
            <ac:picMk id="6" creationId="{D2AA4560-2FB9-F777-9D65-BAF4E3947B87}"/>
          </ac:picMkLst>
        </pc:picChg>
      </pc:sldChg>
      <pc:sldChg chg="addSp delSp modSp new mod modClrScheme chgLayout">
        <pc:chgData name="LEFEBVRE Raphaël" userId="46535da4-4c97-4804-a5ec-0c5f78942f8b" providerId="ADAL" clId="{543241E5-EC8A-477B-8FEE-C03A4A64144F}" dt="2026-01-06T13:28:29.391" v="15568" actId="20577"/>
        <pc:sldMkLst>
          <pc:docMk/>
          <pc:sldMk cId="150538729" sldId="308"/>
        </pc:sldMkLst>
        <pc:spChg chg="add mod ord">
          <ac:chgData name="LEFEBVRE Raphaël" userId="46535da4-4c97-4804-a5ec-0c5f78942f8b" providerId="ADAL" clId="{543241E5-EC8A-477B-8FEE-C03A4A64144F}" dt="2026-01-06T13:28:29.391" v="15568" actId="20577"/>
          <ac:spMkLst>
            <pc:docMk/>
            <pc:sldMk cId="150538729" sldId="308"/>
            <ac:spMk id="9" creationId="{3EDC1189-94A8-3030-0DED-A00704E48369}"/>
          </ac:spMkLst>
        </pc:spChg>
        <pc:spChg chg="add mod ord">
          <ac:chgData name="LEFEBVRE Raphaël" userId="46535da4-4c97-4804-a5ec-0c5f78942f8b" providerId="ADAL" clId="{543241E5-EC8A-477B-8FEE-C03A4A64144F}" dt="2026-01-06T13:28:25.937" v="15556" actId="700"/>
          <ac:spMkLst>
            <pc:docMk/>
            <pc:sldMk cId="150538729" sldId="308"/>
            <ac:spMk id="10" creationId="{4481D130-A742-0076-9001-472978893CF9}"/>
          </ac:spMkLst>
        </pc:spChg>
      </pc:sldChg>
      <pc:sldChg chg="addSp delSp modSp new mod modClrScheme chgLayout">
        <pc:chgData name="LEFEBVRE Raphaël" userId="46535da4-4c97-4804-a5ec-0c5f78942f8b" providerId="ADAL" clId="{543241E5-EC8A-477B-8FEE-C03A4A64144F}" dt="2026-01-08T09:27:18.925" v="20275" actId="20577"/>
        <pc:sldMkLst>
          <pc:docMk/>
          <pc:sldMk cId="97323605" sldId="309"/>
        </pc:sldMkLst>
        <pc:spChg chg="mod ord">
          <ac:chgData name="LEFEBVRE Raphaël" userId="46535da4-4c97-4804-a5ec-0c5f78942f8b" providerId="ADAL" clId="{543241E5-EC8A-477B-8FEE-C03A4A64144F}" dt="2026-01-06T14:22:53.178" v="17504" actId="20577"/>
          <ac:spMkLst>
            <pc:docMk/>
            <pc:sldMk cId="97323605" sldId="309"/>
            <ac:spMk id="2" creationId="{F09B7701-F065-0056-BD2F-4FDFC02B0872}"/>
          </ac:spMkLst>
        </pc:spChg>
        <pc:spChg chg="mod ord">
          <ac:chgData name="LEFEBVRE Raphaël" userId="46535da4-4c97-4804-a5ec-0c5f78942f8b" providerId="ADAL" clId="{543241E5-EC8A-477B-8FEE-C03A4A64144F}" dt="2026-01-08T09:27:18.925" v="20275" actId="20577"/>
          <ac:spMkLst>
            <pc:docMk/>
            <pc:sldMk cId="97323605" sldId="309"/>
            <ac:spMk id="4" creationId="{E288B390-859A-2856-5F1A-E21233FA1C20}"/>
          </ac:spMkLst>
        </pc:spChg>
        <pc:picChg chg="add mod ord">
          <ac:chgData name="LEFEBVRE Raphaël" userId="46535da4-4c97-4804-a5ec-0c5f78942f8b" providerId="ADAL" clId="{543241E5-EC8A-477B-8FEE-C03A4A64144F}" dt="2026-01-07T19:58:47.969" v="18596" actId="962"/>
          <ac:picMkLst>
            <pc:docMk/>
            <pc:sldMk cId="97323605" sldId="309"/>
            <ac:picMk id="9" creationId="{A5CB420B-F229-CBB7-0E97-9D7A6841F64B}"/>
          </ac:picMkLst>
        </pc:picChg>
      </pc:sldChg>
      <pc:sldChg chg="addSp delSp modSp add mod modClrScheme chgLayout">
        <pc:chgData name="LEFEBVRE Raphaël" userId="46535da4-4c97-4804-a5ec-0c5f78942f8b" providerId="ADAL" clId="{543241E5-EC8A-477B-8FEE-C03A4A64144F}" dt="2026-01-08T09:35:35.990" v="20328" actId="20577"/>
        <pc:sldMkLst>
          <pc:docMk/>
          <pc:sldMk cId="824552489" sldId="310"/>
        </pc:sldMkLst>
        <pc:spChg chg="mod ord">
          <ac:chgData name="LEFEBVRE Raphaël" userId="46535da4-4c97-4804-a5ec-0c5f78942f8b" providerId="ADAL" clId="{543241E5-EC8A-477B-8FEE-C03A4A64144F}" dt="2026-01-06T13:43:22.065" v="15804" actId="700"/>
          <ac:spMkLst>
            <pc:docMk/>
            <pc:sldMk cId="824552489" sldId="310"/>
            <ac:spMk id="2" creationId="{7E6CE353-6BDF-7275-4A97-83190AAFA071}"/>
          </ac:spMkLst>
        </pc:spChg>
        <pc:spChg chg="add mod ord">
          <ac:chgData name="LEFEBVRE Raphaël" userId="46535da4-4c97-4804-a5ec-0c5f78942f8b" providerId="ADAL" clId="{543241E5-EC8A-477B-8FEE-C03A4A64144F}" dt="2026-01-07T19:08:04.209" v="18317" actId="20577"/>
          <ac:spMkLst>
            <pc:docMk/>
            <pc:sldMk cId="824552489" sldId="310"/>
            <ac:spMk id="3" creationId="{D27AACBB-4583-7396-035C-1FFFF54DDBF1}"/>
          </ac:spMkLst>
        </pc:spChg>
        <pc:spChg chg="mod ord">
          <ac:chgData name="LEFEBVRE Raphaël" userId="46535da4-4c97-4804-a5ec-0c5f78942f8b" providerId="ADAL" clId="{543241E5-EC8A-477B-8FEE-C03A4A64144F}" dt="2026-01-07T19:08:27.013" v="18324" actId="20577"/>
          <ac:spMkLst>
            <pc:docMk/>
            <pc:sldMk cId="824552489" sldId="310"/>
            <ac:spMk id="4" creationId="{42BC89A2-E1AC-3409-746F-34A1D4B14594}"/>
          </ac:spMkLst>
        </pc:spChg>
        <pc:spChg chg="add mod ord">
          <ac:chgData name="LEFEBVRE Raphaël" userId="46535da4-4c97-4804-a5ec-0c5f78942f8b" providerId="ADAL" clId="{543241E5-EC8A-477B-8FEE-C03A4A64144F}" dt="2026-01-06T13:43:48.190" v="15848" actId="20577"/>
          <ac:spMkLst>
            <pc:docMk/>
            <pc:sldMk cId="824552489" sldId="310"/>
            <ac:spMk id="7" creationId="{93824D34-4D3C-A22E-068A-891779905266}"/>
          </ac:spMkLst>
        </pc:spChg>
        <pc:spChg chg="add mod ord">
          <ac:chgData name="LEFEBVRE Raphaël" userId="46535da4-4c97-4804-a5ec-0c5f78942f8b" providerId="ADAL" clId="{543241E5-EC8A-477B-8FEE-C03A4A64144F}" dt="2026-01-08T09:35:35.990" v="20328" actId="20577"/>
          <ac:spMkLst>
            <pc:docMk/>
            <pc:sldMk cId="824552489" sldId="310"/>
            <ac:spMk id="8" creationId="{0CF2D6B4-8ACC-4FC0-DD2C-95BDCC2E05B6}"/>
          </ac:spMkLst>
        </pc:spChg>
        <pc:picChg chg="add mod">
          <ac:chgData name="LEFEBVRE Raphaël" userId="46535da4-4c97-4804-a5ec-0c5f78942f8b" providerId="ADAL" clId="{543241E5-EC8A-477B-8FEE-C03A4A64144F}" dt="2026-01-06T13:44:09.732" v="15851" actId="1076"/>
          <ac:picMkLst>
            <pc:docMk/>
            <pc:sldMk cId="824552489" sldId="310"/>
            <ac:picMk id="6" creationId="{0DE4C7E3-F9A7-0BB5-3A2D-6C28FCBEF200}"/>
          </ac:picMkLst>
        </pc:picChg>
        <pc:picChg chg="add mod">
          <ac:chgData name="LEFEBVRE Raphaël" userId="46535da4-4c97-4804-a5ec-0c5f78942f8b" providerId="ADAL" clId="{543241E5-EC8A-477B-8FEE-C03A4A64144F}" dt="2026-01-06T13:44:19.778" v="15853" actId="14100"/>
          <ac:picMkLst>
            <pc:docMk/>
            <pc:sldMk cId="824552489" sldId="310"/>
            <ac:picMk id="13" creationId="{9D75BFC1-5BFC-EFE1-5EA7-FFB2E627C580}"/>
          </ac:picMkLst>
        </pc:picChg>
      </pc:sldChg>
      <pc:sldChg chg="addSp delSp modSp new mod ord">
        <pc:chgData name="LEFEBVRE Raphaël" userId="46535da4-4c97-4804-a5ec-0c5f78942f8b" providerId="ADAL" clId="{543241E5-EC8A-477B-8FEE-C03A4A64144F}" dt="2026-01-07T21:09:56.007" v="19298" actId="20577"/>
        <pc:sldMkLst>
          <pc:docMk/>
          <pc:sldMk cId="1940401951" sldId="311"/>
        </pc:sldMkLst>
        <pc:spChg chg="mod">
          <ac:chgData name="LEFEBVRE Raphaël" userId="46535da4-4c97-4804-a5ec-0c5f78942f8b" providerId="ADAL" clId="{543241E5-EC8A-477B-8FEE-C03A4A64144F}" dt="2026-01-06T14:22:07.392" v="17501" actId="20577"/>
          <ac:spMkLst>
            <pc:docMk/>
            <pc:sldMk cId="1940401951" sldId="311"/>
            <ac:spMk id="2" creationId="{2B0F0821-983F-F003-28D7-5DE3AD4039ED}"/>
          </ac:spMkLst>
        </pc:spChg>
        <pc:spChg chg="mod">
          <ac:chgData name="LEFEBVRE Raphaël" userId="46535da4-4c97-4804-a5ec-0c5f78942f8b" providerId="ADAL" clId="{543241E5-EC8A-477B-8FEE-C03A4A64144F}" dt="2026-01-07T21:09:56.007" v="19298" actId="20577"/>
          <ac:spMkLst>
            <pc:docMk/>
            <pc:sldMk cId="1940401951" sldId="311"/>
            <ac:spMk id="3" creationId="{2153AEB7-532A-8EB8-EB86-47592B2E28FA}"/>
          </ac:spMkLst>
        </pc:spChg>
        <pc:graphicFrameChg chg="add mod ord modGraphic">
          <ac:chgData name="LEFEBVRE Raphaël" userId="46535da4-4c97-4804-a5ec-0c5f78942f8b" providerId="ADAL" clId="{543241E5-EC8A-477B-8FEE-C03A4A64144F}" dt="2026-01-07T19:04:44.985" v="18244" actId="20577"/>
          <ac:graphicFrameMkLst>
            <pc:docMk/>
            <pc:sldMk cId="1940401951" sldId="311"/>
            <ac:graphicFrameMk id="5" creationId="{7DE718BD-3D42-5B9F-1A97-48C16880785A}"/>
          </ac:graphicFrameMkLst>
        </pc:graphicFrameChg>
      </pc:sldChg>
      <pc:sldChg chg="addSp delSp modSp new mod ord">
        <pc:chgData name="LEFEBVRE Raphaël" userId="46535da4-4c97-4804-a5ec-0c5f78942f8b" providerId="ADAL" clId="{543241E5-EC8A-477B-8FEE-C03A4A64144F}" dt="2026-01-08T11:31:38.643" v="22060" actId="20577"/>
        <pc:sldMkLst>
          <pc:docMk/>
          <pc:sldMk cId="1514879716" sldId="312"/>
        </pc:sldMkLst>
        <pc:spChg chg="mod">
          <ac:chgData name="LEFEBVRE Raphaël" userId="46535da4-4c97-4804-a5ec-0c5f78942f8b" providerId="ADAL" clId="{543241E5-EC8A-477B-8FEE-C03A4A64144F}" dt="2026-01-08T10:41:41.587" v="20820" actId="13926"/>
          <ac:spMkLst>
            <pc:docMk/>
            <pc:sldMk cId="1514879716" sldId="312"/>
            <ac:spMk id="2" creationId="{D9D135AF-1D0A-EC6D-3BBA-7E5E01FF2CC0}"/>
          </ac:spMkLst>
        </pc:spChg>
        <pc:spChg chg="mod">
          <ac:chgData name="LEFEBVRE Raphaël" userId="46535da4-4c97-4804-a5ec-0c5f78942f8b" providerId="ADAL" clId="{543241E5-EC8A-477B-8FEE-C03A4A64144F}" dt="2026-01-08T11:31:38.643" v="22060" actId="20577"/>
          <ac:spMkLst>
            <pc:docMk/>
            <pc:sldMk cId="1514879716" sldId="312"/>
            <ac:spMk id="3" creationId="{5D8FDD4E-BA0A-0380-347E-B92448ABBC62}"/>
          </ac:spMkLst>
        </pc:spChg>
        <pc:spChg chg="del mod">
          <ac:chgData name="LEFEBVRE Raphaël" userId="46535da4-4c97-4804-a5ec-0c5f78942f8b" providerId="ADAL" clId="{543241E5-EC8A-477B-8FEE-C03A4A64144F}" dt="2026-01-08T10:36:39.014" v="20727" actId="22"/>
          <ac:spMkLst>
            <pc:docMk/>
            <pc:sldMk cId="1514879716" sldId="312"/>
            <ac:spMk id="4" creationId="{56377DA8-6B27-B299-8C62-90111DA7D572}"/>
          </ac:spMkLst>
        </pc:spChg>
        <pc:spChg chg="add del mod">
          <ac:chgData name="LEFEBVRE Raphaël" userId="46535da4-4c97-4804-a5ec-0c5f78942f8b" providerId="ADAL" clId="{543241E5-EC8A-477B-8FEE-C03A4A64144F}" dt="2026-01-08T10:41:03.373" v="20808" actId="22"/>
          <ac:spMkLst>
            <pc:docMk/>
            <pc:sldMk cId="1514879716" sldId="312"/>
            <ac:spMk id="8" creationId="{DF454136-7BD8-08D6-07D2-5A617D62733A}"/>
          </ac:spMkLst>
        </pc:spChg>
        <pc:picChg chg="add del mod ord">
          <ac:chgData name="LEFEBVRE Raphaël" userId="46535da4-4c97-4804-a5ec-0c5f78942f8b" providerId="ADAL" clId="{543241E5-EC8A-477B-8FEE-C03A4A64144F}" dt="2026-01-08T10:41:02.193" v="20807" actId="478"/>
          <ac:picMkLst>
            <pc:docMk/>
            <pc:sldMk cId="1514879716" sldId="312"/>
            <ac:picMk id="6" creationId="{CDEAB3E7-ACA9-4F89-8342-901459C77B71}"/>
          </ac:picMkLst>
        </pc:picChg>
        <pc:picChg chg="add mod ord">
          <ac:chgData name="LEFEBVRE Raphaël" userId="46535da4-4c97-4804-a5ec-0c5f78942f8b" providerId="ADAL" clId="{543241E5-EC8A-477B-8FEE-C03A4A64144F}" dt="2026-01-08T10:41:03.373" v="20808" actId="22"/>
          <ac:picMkLst>
            <pc:docMk/>
            <pc:sldMk cId="1514879716" sldId="312"/>
            <ac:picMk id="10" creationId="{64DAC871-BEF7-ED40-CE46-8984705AADE4}"/>
          </ac:picMkLst>
        </pc:picChg>
      </pc:sldChg>
      <pc:sldChg chg="addSp delSp modSp new mod modClrScheme chgLayout">
        <pc:chgData name="LEFEBVRE Raphaël" userId="46535da4-4c97-4804-a5ec-0c5f78942f8b" providerId="ADAL" clId="{543241E5-EC8A-477B-8FEE-C03A4A64144F}" dt="2026-01-07T19:10:23.148" v="18331" actId="27636"/>
        <pc:sldMkLst>
          <pc:docMk/>
          <pc:sldMk cId="3283207268" sldId="313"/>
        </pc:sldMkLst>
        <pc:spChg chg="add mod ord">
          <ac:chgData name="LEFEBVRE Raphaël" userId="46535da4-4c97-4804-a5ec-0c5f78942f8b" providerId="ADAL" clId="{543241E5-EC8A-477B-8FEE-C03A4A64144F}" dt="2026-01-07T18:34:19.424" v="17633" actId="700"/>
          <ac:spMkLst>
            <pc:docMk/>
            <pc:sldMk cId="3283207268" sldId="313"/>
            <ac:spMk id="4" creationId="{1552C87F-89A2-59A0-E898-5FCA5C5CC391}"/>
          </ac:spMkLst>
        </pc:spChg>
        <pc:spChg chg="add mod ord">
          <ac:chgData name="LEFEBVRE Raphaël" userId="46535da4-4c97-4804-a5ec-0c5f78942f8b" providerId="ADAL" clId="{543241E5-EC8A-477B-8FEE-C03A4A64144F}" dt="2026-01-07T19:10:23.148" v="18331" actId="27636"/>
          <ac:spMkLst>
            <pc:docMk/>
            <pc:sldMk cId="3283207268" sldId="313"/>
            <ac:spMk id="5" creationId="{43212AEB-D7CD-73DB-00EF-474E058130EF}"/>
          </ac:spMkLst>
        </pc:spChg>
        <pc:spChg chg="add mod ord">
          <ac:chgData name="LEFEBVRE Raphaël" userId="46535da4-4c97-4804-a5ec-0c5f78942f8b" providerId="ADAL" clId="{543241E5-EC8A-477B-8FEE-C03A4A64144F}" dt="2026-01-07T19:10:23.132" v="18330" actId="27636"/>
          <ac:spMkLst>
            <pc:docMk/>
            <pc:sldMk cId="3283207268" sldId="313"/>
            <ac:spMk id="6" creationId="{01002552-72DC-EABC-C2DC-192E86C7C0D8}"/>
          </ac:spMkLst>
        </pc:spChg>
        <pc:spChg chg="add mod ord">
          <ac:chgData name="LEFEBVRE Raphaël" userId="46535da4-4c97-4804-a5ec-0c5f78942f8b" providerId="ADAL" clId="{543241E5-EC8A-477B-8FEE-C03A4A64144F}" dt="2026-01-07T18:34:59.528" v="17683" actId="20577"/>
          <ac:spMkLst>
            <pc:docMk/>
            <pc:sldMk cId="3283207268" sldId="313"/>
            <ac:spMk id="7" creationId="{248F3D61-77A9-4CE8-F23E-20E4A3CA45CD}"/>
          </ac:spMkLst>
        </pc:spChg>
        <pc:spChg chg="add mod ord">
          <ac:chgData name="LEFEBVRE Raphaël" userId="46535da4-4c97-4804-a5ec-0c5f78942f8b" providerId="ADAL" clId="{543241E5-EC8A-477B-8FEE-C03A4A64144F}" dt="2026-01-07T18:34:47.999" v="17671" actId="20577"/>
          <ac:spMkLst>
            <pc:docMk/>
            <pc:sldMk cId="3283207268" sldId="313"/>
            <ac:spMk id="8" creationId="{591DCE3E-270B-2AB5-9F53-C4245A050489}"/>
          </ac:spMkLst>
        </pc:spChg>
      </pc:sldChg>
      <pc:sldChg chg="addSp delSp modSp new mod modClrScheme chgLayout">
        <pc:chgData name="LEFEBVRE Raphaël" userId="46535da4-4c97-4804-a5ec-0c5f78942f8b" providerId="ADAL" clId="{543241E5-EC8A-477B-8FEE-C03A4A64144F}" dt="2026-01-08T09:03:03.921" v="19893" actId="2165"/>
        <pc:sldMkLst>
          <pc:docMk/>
          <pc:sldMk cId="2235390366" sldId="314"/>
        </pc:sldMkLst>
        <pc:spChg chg="add mod ord">
          <ac:chgData name="LEFEBVRE Raphaël" userId="46535da4-4c97-4804-a5ec-0c5f78942f8b" providerId="ADAL" clId="{543241E5-EC8A-477B-8FEE-C03A4A64144F}" dt="2026-01-08T09:02:56.919" v="19892" actId="13926"/>
          <ac:spMkLst>
            <pc:docMk/>
            <pc:sldMk cId="2235390366" sldId="314"/>
            <ac:spMk id="6" creationId="{87B134ED-D0C3-4A2F-1EDA-C95F5C8E9D3A}"/>
          </ac:spMkLst>
        </pc:spChg>
        <pc:spChg chg="add mod">
          <ac:chgData name="LEFEBVRE Raphaël" userId="46535da4-4c97-4804-a5ec-0c5f78942f8b" providerId="ADAL" clId="{543241E5-EC8A-477B-8FEE-C03A4A64144F}" dt="2026-01-07T21:12:23.029" v="19313"/>
          <ac:spMkLst>
            <pc:docMk/>
            <pc:sldMk cId="2235390366" sldId="314"/>
            <ac:spMk id="7" creationId="{6F1708F2-3C33-1E19-CFCC-819218DE9741}"/>
          </ac:spMkLst>
        </pc:spChg>
        <pc:graphicFrameChg chg="add mod ord modGraphic">
          <ac:chgData name="LEFEBVRE Raphaël" userId="46535da4-4c97-4804-a5ec-0c5f78942f8b" providerId="ADAL" clId="{543241E5-EC8A-477B-8FEE-C03A4A64144F}" dt="2026-01-08T09:03:03.921" v="19893" actId="2165"/>
          <ac:graphicFrameMkLst>
            <pc:docMk/>
            <pc:sldMk cId="2235390366" sldId="314"/>
            <ac:graphicFrameMk id="5" creationId="{E9A8B28C-CB02-F0E5-4768-915D508D5D43}"/>
          </ac:graphicFrameMkLst>
        </pc:graphicFrameChg>
      </pc:sldChg>
      <pc:sldChg chg="addSp delSp modSp new mod">
        <pc:chgData name="LEFEBVRE Raphaël" userId="46535da4-4c97-4804-a5ec-0c5f78942f8b" providerId="ADAL" clId="{543241E5-EC8A-477B-8FEE-C03A4A64144F}" dt="2026-01-07T20:53:17.876" v="19270" actId="20577"/>
        <pc:sldMkLst>
          <pc:docMk/>
          <pc:sldMk cId="1280337979" sldId="315"/>
        </pc:sldMkLst>
        <pc:spChg chg="mod">
          <ac:chgData name="LEFEBVRE Raphaël" userId="46535da4-4c97-4804-a5ec-0c5f78942f8b" providerId="ADAL" clId="{543241E5-EC8A-477B-8FEE-C03A4A64144F}" dt="2026-01-07T20:53:17.876" v="19270" actId="20577"/>
          <ac:spMkLst>
            <pc:docMk/>
            <pc:sldMk cId="1280337979" sldId="315"/>
            <ac:spMk id="2" creationId="{228AE6E7-68A3-2D8F-B592-839FFE9346EB}"/>
          </ac:spMkLst>
        </pc:spChg>
        <pc:spChg chg="mod">
          <ac:chgData name="LEFEBVRE Raphaël" userId="46535da4-4c97-4804-a5ec-0c5f78942f8b" providerId="ADAL" clId="{543241E5-EC8A-477B-8FEE-C03A4A64144F}" dt="2026-01-07T20:43:11.353" v="19236" actId="15"/>
          <ac:spMkLst>
            <pc:docMk/>
            <pc:sldMk cId="1280337979" sldId="315"/>
            <ac:spMk id="3" creationId="{A4BFFDBD-3355-18C3-A5F1-8C7FA2D47C9B}"/>
          </ac:spMkLst>
        </pc:spChg>
        <pc:picChg chg="add mod ord">
          <ac:chgData name="LEFEBVRE Raphaël" userId="46535da4-4c97-4804-a5ec-0c5f78942f8b" providerId="ADAL" clId="{543241E5-EC8A-477B-8FEE-C03A4A64144F}" dt="2026-01-07T20:47:48.024" v="19245" actId="962"/>
          <ac:picMkLst>
            <pc:docMk/>
            <pc:sldMk cId="1280337979" sldId="315"/>
            <ac:picMk id="8" creationId="{94332F08-2F51-ED90-4301-FEC7EFB79B96}"/>
          </ac:picMkLst>
        </pc:picChg>
      </pc:sldChg>
      <pc:sldChg chg="addSp delSp modSp new mod modNotesTx">
        <pc:chgData name="LEFEBVRE Raphaël" userId="46535da4-4c97-4804-a5ec-0c5f78942f8b" providerId="ADAL" clId="{543241E5-EC8A-477B-8FEE-C03A4A64144F}" dt="2026-01-09T10:57:42.083" v="24783"/>
        <pc:sldMkLst>
          <pc:docMk/>
          <pc:sldMk cId="4171522234" sldId="316"/>
        </pc:sldMkLst>
        <pc:spChg chg="mod">
          <ac:chgData name="LEFEBVRE Raphaël" userId="46535da4-4c97-4804-a5ec-0c5f78942f8b" providerId="ADAL" clId="{543241E5-EC8A-477B-8FEE-C03A4A64144F}" dt="2026-01-07T21:03:19.562" v="19284" actId="20577"/>
          <ac:spMkLst>
            <pc:docMk/>
            <pc:sldMk cId="4171522234" sldId="316"/>
            <ac:spMk id="2" creationId="{BDC554E4-8AEF-38AC-E47C-CA284734FD9A}"/>
          </ac:spMkLst>
        </pc:spChg>
        <pc:spChg chg="add del mod">
          <ac:chgData name="LEFEBVRE Raphaël" userId="46535da4-4c97-4804-a5ec-0c5f78942f8b" providerId="ADAL" clId="{543241E5-EC8A-477B-8FEE-C03A4A64144F}" dt="2026-01-08T09:22:06.253" v="20222" actId="22"/>
          <ac:spMkLst>
            <pc:docMk/>
            <pc:sldMk cId="4171522234" sldId="316"/>
            <ac:spMk id="17" creationId="{3F2F50EF-07AB-A172-9C77-5B4F131D2DCD}"/>
          </ac:spMkLst>
        </pc:spChg>
        <pc:spChg chg="add mod">
          <ac:chgData name="LEFEBVRE Raphaël" userId="46535da4-4c97-4804-a5ec-0c5f78942f8b" providerId="ADAL" clId="{543241E5-EC8A-477B-8FEE-C03A4A64144F}" dt="2026-01-09T10:57:42.083" v="24783"/>
          <ac:spMkLst>
            <pc:docMk/>
            <pc:sldMk cId="4171522234" sldId="316"/>
            <ac:spMk id="20" creationId="{D73D70B7-E89A-4D5D-B6AE-437C25CCB6C4}"/>
          </ac:spMkLst>
        </pc:spChg>
        <pc:picChg chg="add mod ord">
          <ac:chgData name="LEFEBVRE Raphaël" userId="46535da4-4c97-4804-a5ec-0c5f78942f8b" providerId="ADAL" clId="{543241E5-EC8A-477B-8FEE-C03A4A64144F}" dt="2026-01-07T21:05:13.848" v="19295" actId="962"/>
          <ac:picMkLst>
            <pc:docMk/>
            <pc:sldMk cId="4171522234" sldId="316"/>
            <ac:picMk id="12" creationId="{0562DBAC-B3AC-7B47-FCB2-B6165C9C9B54}"/>
          </ac:picMkLst>
        </pc:picChg>
        <pc:picChg chg="add del mod ord">
          <ac:chgData name="LEFEBVRE Raphaël" userId="46535da4-4c97-4804-a5ec-0c5f78942f8b" providerId="ADAL" clId="{543241E5-EC8A-477B-8FEE-C03A4A64144F}" dt="2026-01-08T09:22:04.856" v="20221" actId="478"/>
          <ac:picMkLst>
            <pc:docMk/>
            <pc:sldMk cId="4171522234" sldId="316"/>
            <ac:picMk id="14" creationId="{F12E70C1-E389-73DA-2C90-19FEBEC1CA9E}"/>
          </ac:picMkLst>
        </pc:picChg>
        <pc:picChg chg="add mod ord">
          <ac:chgData name="LEFEBVRE Raphaël" userId="46535da4-4c97-4804-a5ec-0c5f78942f8b" providerId="ADAL" clId="{543241E5-EC8A-477B-8FEE-C03A4A64144F}" dt="2026-01-08T09:22:06.960" v="20224" actId="962"/>
          <ac:picMkLst>
            <pc:docMk/>
            <pc:sldMk cId="4171522234" sldId="316"/>
            <ac:picMk id="19" creationId="{14798157-A619-0980-E8AC-B8B603E2EF8F}"/>
          </ac:picMkLst>
        </pc:picChg>
      </pc:sldChg>
      <pc:sldChg chg="addSp delSp modSp new mod">
        <pc:chgData name="LEFEBVRE Raphaël" userId="46535da4-4c97-4804-a5ec-0c5f78942f8b" providerId="ADAL" clId="{543241E5-EC8A-477B-8FEE-C03A4A64144F}" dt="2026-01-07T20:38:05.101" v="19216" actId="20577"/>
        <pc:sldMkLst>
          <pc:docMk/>
          <pc:sldMk cId="3371574602" sldId="320"/>
        </pc:sldMkLst>
        <pc:spChg chg="mod">
          <ac:chgData name="LEFEBVRE Raphaël" userId="46535da4-4c97-4804-a5ec-0c5f78942f8b" providerId="ADAL" clId="{543241E5-EC8A-477B-8FEE-C03A4A64144F}" dt="2026-01-07T20:33:15.185" v="19175" actId="122"/>
          <ac:spMkLst>
            <pc:docMk/>
            <pc:sldMk cId="3371574602" sldId="320"/>
            <ac:spMk id="2" creationId="{76A23EC4-607E-9EC4-10D5-FD01187B4496}"/>
          </ac:spMkLst>
        </pc:spChg>
        <pc:graphicFrameChg chg="add mod ord modGraphic">
          <ac:chgData name="LEFEBVRE Raphaël" userId="46535da4-4c97-4804-a5ec-0c5f78942f8b" providerId="ADAL" clId="{543241E5-EC8A-477B-8FEE-C03A4A64144F}" dt="2026-01-07T20:38:05.101" v="19216" actId="20577"/>
          <ac:graphicFrameMkLst>
            <pc:docMk/>
            <pc:sldMk cId="3371574602" sldId="320"/>
            <ac:graphicFrameMk id="4" creationId="{76903679-4A20-DA5C-D4E5-B80CBD8420BB}"/>
          </ac:graphicFrameMkLst>
        </pc:graphicFrameChg>
      </pc:sldChg>
      <pc:sldChg chg="addSp delSp modSp new mod ord modClrScheme chgLayout">
        <pc:chgData name="LEFEBVRE Raphaël" userId="46535da4-4c97-4804-a5ec-0c5f78942f8b" providerId="ADAL" clId="{543241E5-EC8A-477B-8FEE-C03A4A64144F}" dt="2026-01-09T11:20:24.022" v="25212" actId="22"/>
        <pc:sldMkLst>
          <pc:docMk/>
          <pc:sldMk cId="281531079" sldId="321"/>
        </pc:sldMkLst>
        <pc:spChg chg="mod ord">
          <ac:chgData name="LEFEBVRE Raphaël" userId="46535da4-4c97-4804-a5ec-0c5f78942f8b" providerId="ADAL" clId="{543241E5-EC8A-477B-8FEE-C03A4A64144F}" dt="2026-01-09T11:07:27.050" v="24852" actId="700"/>
          <ac:spMkLst>
            <pc:docMk/>
            <pc:sldMk cId="281531079" sldId="321"/>
            <ac:spMk id="2" creationId="{A642E694-1F31-3C53-75DC-B75601C20CF3}"/>
          </ac:spMkLst>
        </pc:spChg>
        <pc:spChg chg="del mod ord">
          <ac:chgData name="LEFEBVRE Raphaël" userId="46535da4-4c97-4804-a5ec-0c5f78942f8b" providerId="ADAL" clId="{543241E5-EC8A-477B-8FEE-C03A4A64144F}" dt="2026-01-09T11:07:27.050" v="24852" actId="700"/>
          <ac:spMkLst>
            <pc:docMk/>
            <pc:sldMk cId="281531079" sldId="321"/>
            <ac:spMk id="3" creationId="{6F4C3E08-893F-944D-D342-84AEA9E3AC4E}"/>
          </ac:spMkLst>
        </pc:spChg>
        <pc:spChg chg="add mod ord">
          <ac:chgData name="LEFEBVRE Raphaël" userId="46535da4-4c97-4804-a5ec-0c5f78942f8b" providerId="ADAL" clId="{543241E5-EC8A-477B-8FEE-C03A4A64144F}" dt="2026-01-09T11:17:14.371" v="25162" actId="27636"/>
          <ac:spMkLst>
            <pc:docMk/>
            <pc:sldMk cId="281531079" sldId="321"/>
            <ac:spMk id="4" creationId="{C82D8764-9562-298F-9505-B50FE4D1FA8D}"/>
          </ac:spMkLst>
        </pc:spChg>
        <pc:spChg chg="add del mod ord">
          <ac:chgData name="LEFEBVRE Raphaël" userId="46535da4-4c97-4804-a5ec-0c5f78942f8b" providerId="ADAL" clId="{543241E5-EC8A-477B-8FEE-C03A4A64144F}" dt="2026-01-09T11:15:20.586" v="25142" actId="22"/>
          <ac:spMkLst>
            <pc:docMk/>
            <pc:sldMk cId="281531079" sldId="321"/>
            <ac:spMk id="5" creationId="{2AA4BCD3-A9D7-110F-C211-02D4F6DF7003}"/>
          </ac:spMkLst>
        </pc:spChg>
        <pc:spChg chg="add del">
          <ac:chgData name="LEFEBVRE Raphaël" userId="46535da4-4c97-4804-a5ec-0c5f78942f8b" providerId="ADAL" clId="{543241E5-EC8A-477B-8FEE-C03A4A64144F}" dt="2026-01-09T11:20:24.022" v="25212" actId="22"/>
          <ac:spMkLst>
            <pc:docMk/>
            <pc:sldMk cId="281531079" sldId="321"/>
            <ac:spMk id="9" creationId="{928BC5F0-79C4-3573-3529-C4AB1E99409D}"/>
          </ac:spMkLst>
        </pc:spChg>
        <pc:picChg chg="add mod ord">
          <ac:chgData name="LEFEBVRE Raphaël" userId="46535da4-4c97-4804-a5ec-0c5f78942f8b" providerId="ADAL" clId="{543241E5-EC8A-477B-8FEE-C03A4A64144F}" dt="2026-01-09T11:15:21.076" v="25144" actId="962"/>
          <ac:picMkLst>
            <pc:docMk/>
            <pc:sldMk cId="281531079" sldId="321"/>
            <ac:picMk id="7" creationId="{A3717D3D-B10B-297B-8CAA-AB1CF2C20933}"/>
          </ac:picMkLst>
        </pc:picChg>
      </pc:sldChg>
      <pc:sldChg chg="addSp delSp modSp new del mod modClrScheme chgLayout">
        <pc:chgData name="LEFEBVRE Raphaël" userId="46535da4-4c97-4804-a5ec-0c5f78942f8b" providerId="ADAL" clId="{543241E5-EC8A-477B-8FEE-C03A4A64144F}" dt="2026-01-08T08:12:16.016" v="19356" actId="47"/>
        <pc:sldMkLst>
          <pc:docMk/>
          <pc:sldMk cId="2027676069" sldId="322"/>
        </pc:sldMkLst>
        <pc:spChg chg="del mod ord">
          <ac:chgData name="LEFEBVRE Raphaël" userId="46535da4-4c97-4804-a5ec-0c5f78942f8b" providerId="ADAL" clId="{543241E5-EC8A-477B-8FEE-C03A4A64144F}" dt="2026-01-08T08:11:37.862" v="19319" actId="700"/>
          <ac:spMkLst>
            <pc:docMk/>
            <pc:sldMk cId="2027676069" sldId="322"/>
            <ac:spMk id="2" creationId="{4D7592F3-216E-A4F5-1982-274F38612F3D}"/>
          </ac:spMkLst>
        </pc:spChg>
        <pc:spChg chg="del mod ord">
          <ac:chgData name="LEFEBVRE Raphaël" userId="46535da4-4c97-4804-a5ec-0c5f78942f8b" providerId="ADAL" clId="{543241E5-EC8A-477B-8FEE-C03A4A64144F}" dt="2026-01-08T08:11:37.862" v="19319" actId="700"/>
          <ac:spMkLst>
            <pc:docMk/>
            <pc:sldMk cId="2027676069" sldId="322"/>
            <ac:spMk id="3" creationId="{EAFF5BE4-0162-EC5A-DBA8-31791B7D79D5}"/>
          </ac:spMkLst>
        </pc:spChg>
        <pc:spChg chg="del">
          <ac:chgData name="LEFEBVRE Raphaël" userId="46535da4-4c97-4804-a5ec-0c5f78942f8b" providerId="ADAL" clId="{543241E5-EC8A-477B-8FEE-C03A4A64144F}" dt="2026-01-08T08:11:37.862" v="19319" actId="700"/>
          <ac:spMkLst>
            <pc:docMk/>
            <pc:sldMk cId="2027676069" sldId="322"/>
            <ac:spMk id="4" creationId="{4DA618EB-CC28-3E08-64C6-C075C9650FBB}"/>
          </ac:spMkLst>
        </pc:spChg>
        <pc:spChg chg="add del mod ord">
          <ac:chgData name="LEFEBVRE Raphaël" userId="46535da4-4c97-4804-a5ec-0c5f78942f8b" providerId="ADAL" clId="{543241E5-EC8A-477B-8FEE-C03A4A64144F}" dt="2026-01-08T08:11:42.935" v="19320" actId="700"/>
          <ac:spMkLst>
            <pc:docMk/>
            <pc:sldMk cId="2027676069" sldId="322"/>
            <ac:spMk id="5" creationId="{B2D8EA2D-33F8-8478-E926-68B50205EC27}"/>
          </ac:spMkLst>
        </pc:spChg>
        <pc:spChg chg="add del mod ord">
          <ac:chgData name="LEFEBVRE Raphaël" userId="46535da4-4c97-4804-a5ec-0c5f78942f8b" providerId="ADAL" clId="{543241E5-EC8A-477B-8FEE-C03A4A64144F}" dt="2026-01-08T08:11:42.935" v="19320" actId="700"/>
          <ac:spMkLst>
            <pc:docMk/>
            <pc:sldMk cId="2027676069" sldId="322"/>
            <ac:spMk id="6" creationId="{775CCC4A-2BF1-8750-7B45-B40F001DF8E3}"/>
          </ac:spMkLst>
        </pc:spChg>
        <pc:spChg chg="add mod ord">
          <ac:chgData name="LEFEBVRE Raphaël" userId="46535da4-4c97-4804-a5ec-0c5f78942f8b" providerId="ADAL" clId="{543241E5-EC8A-477B-8FEE-C03A4A64144F}" dt="2026-01-08T08:11:52.124" v="19341" actId="20577"/>
          <ac:spMkLst>
            <pc:docMk/>
            <pc:sldMk cId="2027676069" sldId="322"/>
            <ac:spMk id="7" creationId="{9E2F504D-6B63-FF3E-F4C4-695C6939187C}"/>
          </ac:spMkLst>
        </pc:spChg>
        <pc:spChg chg="add mod ord">
          <ac:chgData name="LEFEBVRE Raphaël" userId="46535da4-4c97-4804-a5ec-0c5f78942f8b" providerId="ADAL" clId="{543241E5-EC8A-477B-8FEE-C03A4A64144F}" dt="2026-01-08T08:11:42.935" v="19320" actId="700"/>
          <ac:spMkLst>
            <pc:docMk/>
            <pc:sldMk cId="2027676069" sldId="322"/>
            <ac:spMk id="8" creationId="{AC0A376A-DA7D-054F-C4EB-7E84268C9CA6}"/>
          </ac:spMkLst>
        </pc:spChg>
      </pc:sldChg>
      <pc:sldChg chg="addSp delSp modSp new add del mod modClrScheme chgLayout modNotesTx">
        <pc:chgData name="LEFEBVRE Raphaël" userId="46535da4-4c97-4804-a5ec-0c5f78942f8b" providerId="ADAL" clId="{543241E5-EC8A-477B-8FEE-C03A4A64144F}" dt="2026-01-09T09:45:27.954" v="24136" actId="20577"/>
        <pc:sldMkLst>
          <pc:docMk/>
          <pc:sldMk cId="2534834711" sldId="323"/>
        </pc:sldMkLst>
        <pc:spChg chg="del mod ord">
          <ac:chgData name="LEFEBVRE Raphaël" userId="46535da4-4c97-4804-a5ec-0c5f78942f8b" providerId="ADAL" clId="{543241E5-EC8A-477B-8FEE-C03A4A64144F}" dt="2026-01-08T08:12:03.051" v="19343" actId="700"/>
          <ac:spMkLst>
            <pc:docMk/>
            <pc:sldMk cId="2534834711" sldId="323"/>
            <ac:spMk id="2" creationId="{06D8C536-BF74-3EFF-F3E4-F162278EBD5E}"/>
          </ac:spMkLst>
        </pc:spChg>
        <pc:spChg chg="del mod ord">
          <ac:chgData name="LEFEBVRE Raphaël" userId="46535da4-4c97-4804-a5ec-0c5f78942f8b" providerId="ADAL" clId="{543241E5-EC8A-477B-8FEE-C03A4A64144F}" dt="2026-01-08T08:12:03.051" v="19343" actId="700"/>
          <ac:spMkLst>
            <pc:docMk/>
            <pc:sldMk cId="2534834711" sldId="323"/>
            <ac:spMk id="3" creationId="{011BF18A-A231-5B6F-33B5-432E969F0F77}"/>
          </ac:spMkLst>
        </pc:spChg>
        <pc:spChg chg="add mod ord">
          <ac:chgData name="LEFEBVRE Raphaël" userId="46535da4-4c97-4804-a5ec-0c5f78942f8b" providerId="ADAL" clId="{543241E5-EC8A-477B-8FEE-C03A4A64144F}" dt="2026-01-08T12:45:43.645" v="22880" actId="13926"/>
          <ac:spMkLst>
            <pc:docMk/>
            <pc:sldMk cId="2534834711" sldId="323"/>
            <ac:spMk id="4" creationId="{217BAF95-2E1B-159C-59A2-AF9BC7D0A312}"/>
          </ac:spMkLst>
        </pc:spChg>
        <pc:spChg chg="add del mod ord">
          <ac:chgData name="LEFEBVRE Raphaël" userId="46535da4-4c97-4804-a5ec-0c5f78942f8b" providerId="ADAL" clId="{543241E5-EC8A-477B-8FEE-C03A4A64144F}" dt="2026-01-08T12:12:17.388" v="22422" actId="700"/>
          <ac:spMkLst>
            <pc:docMk/>
            <pc:sldMk cId="2534834711" sldId="323"/>
            <ac:spMk id="5" creationId="{15BE5CB1-80DB-5D07-4C1A-487176423860}"/>
          </ac:spMkLst>
        </pc:spChg>
        <pc:spChg chg="add del mod ord">
          <ac:chgData name="LEFEBVRE Raphaël" userId="46535da4-4c97-4804-a5ec-0c5f78942f8b" providerId="ADAL" clId="{543241E5-EC8A-477B-8FEE-C03A4A64144F}" dt="2026-01-08T12:12:17.388" v="22422" actId="700"/>
          <ac:spMkLst>
            <pc:docMk/>
            <pc:sldMk cId="2534834711" sldId="323"/>
            <ac:spMk id="6" creationId="{8C6498EC-B837-E8AB-0B8D-51B3AA257730}"/>
          </ac:spMkLst>
        </pc:spChg>
        <pc:spChg chg="add del mod ord">
          <ac:chgData name="LEFEBVRE Raphaël" userId="46535da4-4c97-4804-a5ec-0c5f78942f8b" providerId="ADAL" clId="{543241E5-EC8A-477B-8FEE-C03A4A64144F}" dt="2026-01-08T12:12:32.781" v="22423" actId="3680"/>
          <ac:spMkLst>
            <pc:docMk/>
            <pc:sldMk cId="2534834711" sldId="323"/>
            <ac:spMk id="7" creationId="{CD36640E-B42A-69C5-C6D0-9AF7FDE65528}"/>
          </ac:spMkLst>
        </pc:spChg>
        <pc:graphicFrameChg chg="add mod ord modGraphic">
          <ac:chgData name="LEFEBVRE Raphaël" userId="46535da4-4c97-4804-a5ec-0c5f78942f8b" providerId="ADAL" clId="{543241E5-EC8A-477B-8FEE-C03A4A64144F}" dt="2026-01-09T09:45:27.954" v="24136" actId="20577"/>
          <ac:graphicFrameMkLst>
            <pc:docMk/>
            <pc:sldMk cId="2534834711" sldId="323"/>
            <ac:graphicFrameMk id="8" creationId="{E2454108-E1AB-7F99-34C4-0A652CA4DB03}"/>
          </ac:graphicFrameMkLst>
        </pc:graphicFrameChg>
      </pc:sldChg>
      <pc:sldChg chg="addSp delSp modSp new mod modClrScheme chgLayout">
        <pc:chgData name="LEFEBVRE Raphaël" userId="46535da4-4c97-4804-a5ec-0c5f78942f8b" providerId="ADAL" clId="{543241E5-EC8A-477B-8FEE-C03A4A64144F}" dt="2026-01-09T10:07:31.307" v="24155" actId="13926"/>
        <pc:sldMkLst>
          <pc:docMk/>
          <pc:sldMk cId="2821850665" sldId="324"/>
        </pc:sldMkLst>
        <pc:spChg chg="mod ord">
          <ac:chgData name="LEFEBVRE Raphaël" userId="46535da4-4c97-4804-a5ec-0c5f78942f8b" providerId="ADAL" clId="{543241E5-EC8A-477B-8FEE-C03A4A64144F}" dt="2026-01-09T10:07:31.307" v="24155" actId="13926"/>
          <ac:spMkLst>
            <pc:docMk/>
            <pc:sldMk cId="2821850665" sldId="324"/>
            <ac:spMk id="2" creationId="{D3C93468-8E2B-84A9-4C39-D54222839181}"/>
          </ac:spMkLst>
        </pc:spChg>
        <pc:spChg chg="del mod ord">
          <ac:chgData name="LEFEBVRE Raphaël" userId="46535da4-4c97-4804-a5ec-0c5f78942f8b" providerId="ADAL" clId="{543241E5-EC8A-477B-8FEE-C03A4A64144F}" dt="2026-01-09T09:16:37.158" v="23658" actId="700"/>
          <ac:spMkLst>
            <pc:docMk/>
            <pc:sldMk cId="2821850665" sldId="324"/>
            <ac:spMk id="3" creationId="{E2981B61-4362-3029-9625-C3B1F24CAEDD}"/>
          </ac:spMkLst>
        </pc:spChg>
        <pc:spChg chg="del">
          <ac:chgData name="LEFEBVRE Raphaël" userId="46535da4-4c97-4804-a5ec-0c5f78942f8b" providerId="ADAL" clId="{543241E5-EC8A-477B-8FEE-C03A4A64144F}" dt="2026-01-09T09:16:37.158" v="23658" actId="700"/>
          <ac:spMkLst>
            <pc:docMk/>
            <pc:sldMk cId="2821850665" sldId="324"/>
            <ac:spMk id="4" creationId="{54BD31AC-AF1A-3950-E2F8-8A11C2546540}"/>
          </ac:spMkLst>
        </pc:spChg>
        <pc:spChg chg="add del mod ord">
          <ac:chgData name="LEFEBVRE Raphaël" userId="46535da4-4c97-4804-a5ec-0c5f78942f8b" providerId="ADAL" clId="{543241E5-EC8A-477B-8FEE-C03A4A64144F}" dt="2026-01-09T09:17:08.159" v="23659" actId="3680"/>
          <ac:spMkLst>
            <pc:docMk/>
            <pc:sldMk cId="2821850665" sldId="324"/>
            <ac:spMk id="5" creationId="{BF667E6F-6130-08AB-2D1D-C2395BFDCD44}"/>
          </ac:spMkLst>
        </pc:spChg>
        <pc:graphicFrameChg chg="add mod ord modGraphic">
          <ac:chgData name="LEFEBVRE Raphaël" userId="46535da4-4c97-4804-a5ec-0c5f78942f8b" providerId="ADAL" clId="{543241E5-EC8A-477B-8FEE-C03A4A64144F}" dt="2026-01-09T09:45:37.530" v="24137" actId="2165"/>
          <ac:graphicFrameMkLst>
            <pc:docMk/>
            <pc:sldMk cId="2821850665" sldId="324"/>
            <ac:graphicFrameMk id="6" creationId="{FC307BED-EAC4-45E8-1F93-B697A5DB719B}"/>
          </ac:graphicFrameMkLst>
        </pc:graphicFrameChg>
      </pc:sldChg>
      <pc:sldChg chg="addSp delSp modSp new mod">
        <pc:chgData name="LEFEBVRE Raphaël" userId="46535da4-4c97-4804-a5ec-0c5f78942f8b" providerId="ADAL" clId="{543241E5-EC8A-477B-8FEE-C03A4A64144F}" dt="2026-01-08T09:26:13.784" v="20272" actId="20577"/>
        <pc:sldMkLst>
          <pc:docMk/>
          <pc:sldMk cId="3213980502" sldId="325"/>
        </pc:sldMkLst>
        <pc:spChg chg="mod">
          <ac:chgData name="LEFEBVRE Raphaël" userId="46535da4-4c97-4804-a5ec-0c5f78942f8b" providerId="ADAL" clId="{543241E5-EC8A-477B-8FEE-C03A4A64144F}" dt="2026-01-08T09:05:18.258" v="20010" actId="122"/>
          <ac:spMkLst>
            <pc:docMk/>
            <pc:sldMk cId="3213980502" sldId="325"/>
            <ac:spMk id="2" creationId="{C7A70390-E40F-7110-70B4-F8EC1A01910A}"/>
          </ac:spMkLst>
        </pc:spChg>
        <pc:spChg chg="mod">
          <ac:chgData name="LEFEBVRE Raphaël" userId="46535da4-4c97-4804-a5ec-0c5f78942f8b" providerId="ADAL" clId="{543241E5-EC8A-477B-8FEE-C03A4A64144F}" dt="2026-01-08T09:26:13.784" v="20272" actId="20577"/>
          <ac:spMkLst>
            <pc:docMk/>
            <pc:sldMk cId="3213980502" sldId="325"/>
            <ac:spMk id="3" creationId="{A1253206-5135-579D-8C59-75E54FB36B78}"/>
          </ac:spMkLst>
        </pc:spChg>
        <pc:spChg chg="del">
          <ac:chgData name="LEFEBVRE Raphaël" userId="46535da4-4c97-4804-a5ec-0c5f78942f8b" providerId="ADAL" clId="{543241E5-EC8A-477B-8FEE-C03A4A64144F}" dt="2026-01-08T09:07:23.503" v="20015" actId="22"/>
          <ac:spMkLst>
            <pc:docMk/>
            <pc:sldMk cId="3213980502" sldId="325"/>
            <ac:spMk id="4" creationId="{BE1D05CB-683B-D4D9-0408-D6A702F9B526}"/>
          </ac:spMkLst>
        </pc:spChg>
        <pc:spChg chg="add del mod">
          <ac:chgData name="LEFEBVRE Raphaël" userId="46535da4-4c97-4804-a5ec-0c5f78942f8b" providerId="ADAL" clId="{543241E5-EC8A-477B-8FEE-C03A4A64144F}" dt="2026-01-08T09:21:12.934" v="20218" actId="22"/>
          <ac:spMkLst>
            <pc:docMk/>
            <pc:sldMk cId="3213980502" sldId="325"/>
            <ac:spMk id="8" creationId="{7180B0FE-BEF7-2357-6F0F-BE3DDFE14A17}"/>
          </ac:spMkLst>
        </pc:spChg>
        <pc:picChg chg="add del mod ord">
          <ac:chgData name="LEFEBVRE Raphaël" userId="46535da4-4c97-4804-a5ec-0c5f78942f8b" providerId="ADAL" clId="{543241E5-EC8A-477B-8FEE-C03A4A64144F}" dt="2026-01-08T09:21:11.177" v="20217" actId="478"/>
          <ac:picMkLst>
            <pc:docMk/>
            <pc:sldMk cId="3213980502" sldId="325"/>
            <ac:picMk id="6" creationId="{169927F4-B8B5-6175-62B4-75BE32B72AE5}"/>
          </ac:picMkLst>
        </pc:picChg>
        <pc:picChg chg="add mod ord">
          <ac:chgData name="LEFEBVRE Raphaël" userId="46535da4-4c97-4804-a5ec-0c5f78942f8b" providerId="ADAL" clId="{543241E5-EC8A-477B-8FEE-C03A4A64144F}" dt="2026-01-08T09:21:14.159" v="20220" actId="962"/>
          <ac:picMkLst>
            <pc:docMk/>
            <pc:sldMk cId="3213980502" sldId="325"/>
            <ac:picMk id="10" creationId="{721F778B-C01E-056D-CD39-EC191A146248}"/>
          </ac:picMkLst>
        </pc:picChg>
      </pc:sldChg>
      <pc:sldChg chg="addSp delSp modSp new mod modClrScheme chgLayout">
        <pc:chgData name="LEFEBVRE Raphaël" userId="46535da4-4c97-4804-a5ec-0c5f78942f8b" providerId="ADAL" clId="{543241E5-EC8A-477B-8FEE-C03A4A64144F}" dt="2026-01-08T09:35:56.414" v="20345" actId="20577"/>
        <pc:sldMkLst>
          <pc:docMk/>
          <pc:sldMk cId="1494637696" sldId="326"/>
        </pc:sldMkLst>
        <pc:spChg chg="del mod ord">
          <ac:chgData name="LEFEBVRE Raphaël" userId="46535da4-4c97-4804-a5ec-0c5f78942f8b" providerId="ADAL" clId="{543241E5-EC8A-477B-8FEE-C03A4A64144F}" dt="2026-01-08T09:35:32.583" v="20324" actId="700"/>
          <ac:spMkLst>
            <pc:docMk/>
            <pc:sldMk cId="1494637696" sldId="326"/>
            <ac:spMk id="2" creationId="{FF7104B5-C437-2F0F-B0D5-4423F5BCF3D8}"/>
          </ac:spMkLst>
        </pc:spChg>
        <pc:spChg chg="del mod ord">
          <ac:chgData name="LEFEBVRE Raphaël" userId="46535da4-4c97-4804-a5ec-0c5f78942f8b" providerId="ADAL" clId="{543241E5-EC8A-477B-8FEE-C03A4A64144F}" dt="2026-01-08T09:35:32.583" v="20324" actId="700"/>
          <ac:spMkLst>
            <pc:docMk/>
            <pc:sldMk cId="1494637696" sldId="326"/>
            <ac:spMk id="3" creationId="{422023B3-5B09-EB56-3C7A-9093B4A2A9A8}"/>
          </ac:spMkLst>
        </pc:spChg>
        <pc:spChg chg="del">
          <ac:chgData name="LEFEBVRE Raphaël" userId="46535da4-4c97-4804-a5ec-0c5f78942f8b" providerId="ADAL" clId="{543241E5-EC8A-477B-8FEE-C03A4A64144F}" dt="2026-01-08T09:35:32.583" v="20324" actId="700"/>
          <ac:spMkLst>
            <pc:docMk/>
            <pc:sldMk cId="1494637696" sldId="326"/>
            <ac:spMk id="4" creationId="{036A3325-7B8E-A64C-E242-57C726345A73}"/>
          </ac:spMkLst>
        </pc:spChg>
        <pc:spChg chg="add mod ord">
          <ac:chgData name="LEFEBVRE Raphaël" userId="46535da4-4c97-4804-a5ec-0c5f78942f8b" providerId="ADAL" clId="{543241E5-EC8A-477B-8FEE-C03A4A64144F}" dt="2026-01-08T09:35:56.414" v="20345" actId="20577"/>
          <ac:spMkLst>
            <pc:docMk/>
            <pc:sldMk cId="1494637696" sldId="326"/>
            <ac:spMk id="5" creationId="{89E00F54-4C8B-56A5-C6D1-D4016415674D}"/>
          </ac:spMkLst>
        </pc:spChg>
        <pc:spChg chg="add mod ord">
          <ac:chgData name="LEFEBVRE Raphaël" userId="46535da4-4c97-4804-a5ec-0c5f78942f8b" providerId="ADAL" clId="{543241E5-EC8A-477B-8FEE-C03A4A64144F}" dt="2026-01-08T09:35:32.583" v="20324" actId="700"/>
          <ac:spMkLst>
            <pc:docMk/>
            <pc:sldMk cId="1494637696" sldId="326"/>
            <ac:spMk id="6" creationId="{1474CDE5-A59C-F078-3553-CA9CB1395347}"/>
          </ac:spMkLst>
        </pc:spChg>
      </pc:sldChg>
      <pc:sldChg chg="modSp add mod">
        <pc:chgData name="LEFEBVRE Raphaël" userId="46535da4-4c97-4804-a5ec-0c5f78942f8b" providerId="ADAL" clId="{543241E5-EC8A-477B-8FEE-C03A4A64144F}" dt="2026-01-08T09:38:40.279" v="20448" actId="20577"/>
        <pc:sldMkLst>
          <pc:docMk/>
          <pc:sldMk cId="3668629345" sldId="327"/>
        </pc:sldMkLst>
        <pc:spChg chg="mod">
          <ac:chgData name="LEFEBVRE Raphaël" userId="46535da4-4c97-4804-a5ec-0c5f78942f8b" providerId="ADAL" clId="{543241E5-EC8A-477B-8FEE-C03A4A64144F}" dt="2026-01-08T09:38:40.279" v="20448" actId="20577"/>
          <ac:spMkLst>
            <pc:docMk/>
            <pc:sldMk cId="3668629345" sldId="327"/>
            <ac:spMk id="2" creationId="{8C5FEE3B-3BCA-863D-63FD-0150DEC82D73}"/>
          </ac:spMkLst>
        </pc:spChg>
      </pc:sldChg>
      <pc:sldChg chg="addSp delSp modSp new mod modNotesTx">
        <pc:chgData name="LEFEBVRE Raphaël" userId="46535da4-4c97-4804-a5ec-0c5f78942f8b" providerId="ADAL" clId="{543241E5-EC8A-477B-8FEE-C03A4A64144F}" dt="2026-01-08T13:34:34.318" v="23443" actId="1035"/>
        <pc:sldMkLst>
          <pc:docMk/>
          <pc:sldMk cId="1587908151" sldId="328"/>
        </pc:sldMkLst>
        <pc:spChg chg="mod">
          <ac:chgData name="LEFEBVRE Raphaël" userId="46535da4-4c97-4804-a5ec-0c5f78942f8b" providerId="ADAL" clId="{543241E5-EC8A-477B-8FEE-C03A4A64144F}" dt="2026-01-08T13:26:40.608" v="23345" actId="20577"/>
          <ac:spMkLst>
            <pc:docMk/>
            <pc:sldMk cId="1587908151" sldId="328"/>
            <ac:spMk id="2" creationId="{F60B64A1-0D45-0247-CBC1-718017874192}"/>
          </ac:spMkLst>
        </pc:spChg>
        <pc:spChg chg="del">
          <ac:chgData name="LEFEBVRE Raphaël" userId="46535da4-4c97-4804-a5ec-0c5f78942f8b" providerId="ADAL" clId="{543241E5-EC8A-477B-8FEE-C03A4A64144F}" dt="2026-01-08T13:10:01.083" v="23080" actId="22"/>
          <ac:spMkLst>
            <pc:docMk/>
            <pc:sldMk cId="1587908151" sldId="328"/>
            <ac:spMk id="3" creationId="{E159F93D-0C57-E6B0-8F28-762C3C805A39}"/>
          </ac:spMkLst>
        </pc:spChg>
        <pc:spChg chg="add mod">
          <ac:chgData name="LEFEBVRE Raphaël" userId="46535da4-4c97-4804-a5ec-0c5f78942f8b" providerId="ADAL" clId="{543241E5-EC8A-477B-8FEE-C03A4A64144F}" dt="2026-01-08T13:34:34.318" v="23443" actId="1035"/>
          <ac:spMkLst>
            <pc:docMk/>
            <pc:sldMk cId="1587908151" sldId="328"/>
            <ac:spMk id="4" creationId="{A4251662-D8BB-2675-110D-DBA0C5BB2FAE}"/>
          </ac:spMkLst>
        </pc:spChg>
        <pc:spChg chg="add del mod">
          <ac:chgData name="LEFEBVRE Raphaël" userId="46535da4-4c97-4804-a5ec-0c5f78942f8b" providerId="ADAL" clId="{543241E5-EC8A-477B-8FEE-C03A4A64144F}" dt="2026-01-08T13:15:35.598" v="23271" actId="22"/>
          <ac:spMkLst>
            <pc:docMk/>
            <pc:sldMk cId="1587908151" sldId="328"/>
            <ac:spMk id="8" creationId="{0AFB8CA7-FA5A-8B3A-7716-E53932292038}"/>
          </ac:spMkLst>
        </pc:spChg>
        <pc:spChg chg="add del mod">
          <ac:chgData name="LEFEBVRE Raphaël" userId="46535da4-4c97-4804-a5ec-0c5f78942f8b" providerId="ADAL" clId="{543241E5-EC8A-477B-8FEE-C03A4A64144F}" dt="2026-01-08T13:16:37.222" v="23276" actId="22"/>
          <ac:spMkLst>
            <pc:docMk/>
            <pc:sldMk cId="1587908151" sldId="328"/>
            <ac:spMk id="12" creationId="{234B34D6-AD33-07FB-BFB1-E6E72C7AD0DC}"/>
          </ac:spMkLst>
        </pc:spChg>
        <pc:spChg chg="add del mod">
          <ac:chgData name="LEFEBVRE Raphaël" userId="46535da4-4c97-4804-a5ec-0c5f78942f8b" providerId="ADAL" clId="{543241E5-EC8A-477B-8FEE-C03A4A64144F}" dt="2026-01-08T13:19:45.523" v="23303" actId="22"/>
          <ac:spMkLst>
            <pc:docMk/>
            <pc:sldMk cId="1587908151" sldId="328"/>
            <ac:spMk id="16" creationId="{F2648E4D-A0D3-E921-CE48-29C454E5BC01}"/>
          </ac:spMkLst>
        </pc:spChg>
        <pc:picChg chg="add del mod ord">
          <ac:chgData name="LEFEBVRE Raphaël" userId="46535da4-4c97-4804-a5ec-0c5f78942f8b" providerId="ADAL" clId="{543241E5-EC8A-477B-8FEE-C03A4A64144F}" dt="2026-01-08T13:15:34.176" v="23270" actId="478"/>
          <ac:picMkLst>
            <pc:docMk/>
            <pc:sldMk cId="1587908151" sldId="328"/>
            <ac:picMk id="6" creationId="{AD94A363-FD27-0D33-6C79-04763A9FC7B8}"/>
          </ac:picMkLst>
        </pc:picChg>
        <pc:picChg chg="add del mod ord">
          <ac:chgData name="LEFEBVRE Raphaël" userId="46535da4-4c97-4804-a5ec-0c5f78942f8b" providerId="ADAL" clId="{543241E5-EC8A-477B-8FEE-C03A4A64144F}" dt="2026-01-08T13:16:35.911" v="23275" actId="478"/>
          <ac:picMkLst>
            <pc:docMk/>
            <pc:sldMk cId="1587908151" sldId="328"/>
            <ac:picMk id="10" creationId="{77930FBE-C2EA-E825-7C4B-954CAA806459}"/>
          </ac:picMkLst>
        </pc:picChg>
        <pc:picChg chg="add del mod ord">
          <ac:chgData name="LEFEBVRE Raphaël" userId="46535da4-4c97-4804-a5ec-0c5f78942f8b" providerId="ADAL" clId="{543241E5-EC8A-477B-8FEE-C03A4A64144F}" dt="2026-01-08T13:19:44.425" v="23302" actId="478"/>
          <ac:picMkLst>
            <pc:docMk/>
            <pc:sldMk cId="1587908151" sldId="328"/>
            <ac:picMk id="14" creationId="{6AB84049-1561-C479-D9E1-EDA81ACCA938}"/>
          </ac:picMkLst>
        </pc:picChg>
        <pc:picChg chg="add mod ord">
          <ac:chgData name="LEFEBVRE Raphaël" userId="46535da4-4c97-4804-a5ec-0c5f78942f8b" providerId="ADAL" clId="{543241E5-EC8A-477B-8FEE-C03A4A64144F}" dt="2026-01-08T13:19:46.010" v="23305" actId="962"/>
          <ac:picMkLst>
            <pc:docMk/>
            <pc:sldMk cId="1587908151" sldId="328"/>
            <ac:picMk id="18" creationId="{FEF048BE-A93A-2D98-554E-869304D0BF8D}"/>
          </ac:picMkLst>
        </pc:picChg>
      </pc:sldChg>
      <pc:sldChg chg="new del">
        <pc:chgData name="LEFEBVRE Raphaël" userId="46535da4-4c97-4804-a5ec-0c5f78942f8b" providerId="ADAL" clId="{543241E5-EC8A-477B-8FEE-C03A4A64144F}" dt="2026-01-08T11:04:22.206" v="21502" actId="680"/>
        <pc:sldMkLst>
          <pc:docMk/>
          <pc:sldMk cId="3148672589" sldId="328"/>
        </pc:sldMkLst>
      </pc:sldChg>
      <pc:sldChg chg="modSp new del mod">
        <pc:chgData name="LEFEBVRE Raphaël" userId="46535da4-4c97-4804-a5ec-0c5f78942f8b" providerId="ADAL" clId="{543241E5-EC8A-477B-8FEE-C03A4A64144F}" dt="2026-01-08T13:30:09.793" v="23441" actId="2696"/>
        <pc:sldMkLst>
          <pc:docMk/>
          <pc:sldMk cId="3373866027" sldId="329"/>
        </pc:sldMkLst>
        <pc:spChg chg="mod">
          <ac:chgData name="LEFEBVRE Raphaël" userId="46535da4-4c97-4804-a5ec-0c5f78942f8b" providerId="ADAL" clId="{543241E5-EC8A-477B-8FEE-C03A4A64144F}" dt="2026-01-08T13:29:24.095" v="23440" actId="20577"/>
          <ac:spMkLst>
            <pc:docMk/>
            <pc:sldMk cId="3373866027" sldId="329"/>
            <ac:spMk id="2" creationId="{0321BFFB-85F6-11A3-879C-8F8C89D5E672}"/>
          </ac:spMkLst>
        </pc:spChg>
      </pc:sldChg>
      <pc:sldChg chg="add del">
        <pc:chgData name="LEFEBVRE Raphaël" userId="46535da4-4c97-4804-a5ec-0c5f78942f8b" providerId="ADAL" clId="{543241E5-EC8A-477B-8FEE-C03A4A64144F}" dt="2026-01-09T10:07:26.660" v="24154" actId="47"/>
        <pc:sldMkLst>
          <pc:docMk/>
          <pc:sldMk cId="3878905463" sldId="329"/>
        </pc:sldMkLst>
      </pc:sldChg>
      <pc:sldChg chg="addSp delSp modSp new mod">
        <pc:chgData name="LEFEBVRE Raphaël" userId="46535da4-4c97-4804-a5ec-0c5f78942f8b" providerId="ADAL" clId="{543241E5-EC8A-477B-8FEE-C03A4A64144F}" dt="2026-01-09T10:07:22.654" v="24153"/>
        <pc:sldMkLst>
          <pc:docMk/>
          <pc:sldMk cId="2635915453" sldId="330"/>
        </pc:sldMkLst>
        <pc:spChg chg="mod">
          <ac:chgData name="LEFEBVRE Raphaël" userId="46535da4-4c97-4804-a5ec-0c5f78942f8b" providerId="ADAL" clId="{543241E5-EC8A-477B-8FEE-C03A4A64144F}" dt="2026-01-09T10:07:11.470" v="24152" actId="20577"/>
          <ac:spMkLst>
            <pc:docMk/>
            <pc:sldMk cId="2635915453" sldId="330"/>
            <ac:spMk id="2" creationId="{FDAA2117-D66D-C49A-CD94-8838987EC4E5}"/>
          </ac:spMkLst>
        </pc:spChg>
        <pc:spChg chg="del">
          <ac:chgData name="LEFEBVRE Raphaël" userId="46535da4-4c97-4804-a5ec-0c5f78942f8b" providerId="ADAL" clId="{543241E5-EC8A-477B-8FEE-C03A4A64144F}" dt="2026-01-09T10:06:53.947" v="24139" actId="22"/>
          <ac:spMkLst>
            <pc:docMk/>
            <pc:sldMk cId="2635915453" sldId="330"/>
            <ac:spMk id="3" creationId="{EB8B5E87-2C83-06F7-0574-9CBA43F4E941}"/>
          </ac:spMkLst>
        </pc:spChg>
        <pc:spChg chg="add mod">
          <ac:chgData name="LEFEBVRE Raphaël" userId="46535da4-4c97-4804-a5ec-0c5f78942f8b" providerId="ADAL" clId="{543241E5-EC8A-477B-8FEE-C03A4A64144F}" dt="2026-01-09T10:07:22.654" v="24153"/>
          <ac:spMkLst>
            <pc:docMk/>
            <pc:sldMk cId="2635915453" sldId="330"/>
            <ac:spMk id="6" creationId="{9BDDE36C-D5EC-6CB1-FE56-E9BA59687F3F}"/>
          </ac:spMkLst>
        </pc:spChg>
        <pc:picChg chg="add mod ord">
          <ac:chgData name="LEFEBVRE Raphaël" userId="46535da4-4c97-4804-a5ec-0c5f78942f8b" providerId="ADAL" clId="{543241E5-EC8A-477B-8FEE-C03A4A64144F}" dt="2026-01-09T10:06:55.187" v="24141" actId="962"/>
          <ac:picMkLst>
            <pc:docMk/>
            <pc:sldMk cId="2635915453" sldId="330"/>
            <ac:picMk id="5" creationId="{4F639255-CB80-A885-B082-4DDF655F96AB}"/>
          </ac:picMkLst>
        </pc:picChg>
      </pc:sldChg>
      <pc:sldChg chg="addSp delSp modSp add mod ord modClrScheme chgLayout">
        <pc:chgData name="LEFEBVRE Raphaël" userId="46535da4-4c97-4804-a5ec-0c5f78942f8b" providerId="ADAL" clId="{543241E5-EC8A-477B-8FEE-C03A4A64144F}" dt="2026-01-09T10:53:20.169" v="24735" actId="20577"/>
        <pc:sldMkLst>
          <pc:docMk/>
          <pc:sldMk cId="1092570153" sldId="331"/>
        </pc:sldMkLst>
        <pc:spChg chg="mod ord">
          <ac:chgData name="LEFEBVRE Raphaël" userId="46535da4-4c97-4804-a5ec-0c5f78942f8b" providerId="ADAL" clId="{543241E5-EC8A-477B-8FEE-C03A4A64144F}" dt="2026-01-09T10:35:59.977" v="24369" actId="700"/>
          <ac:spMkLst>
            <pc:docMk/>
            <pc:sldMk cId="1092570153" sldId="331"/>
            <ac:spMk id="2" creationId="{3C9A6E78-2C44-EB84-1F3E-A6492FB4CC82}"/>
          </ac:spMkLst>
        </pc:spChg>
        <pc:spChg chg="mod ord">
          <ac:chgData name="LEFEBVRE Raphaël" userId="46535da4-4c97-4804-a5ec-0c5f78942f8b" providerId="ADAL" clId="{543241E5-EC8A-477B-8FEE-C03A4A64144F}" dt="2026-01-09T10:53:20.169" v="24735" actId="20577"/>
          <ac:spMkLst>
            <pc:docMk/>
            <pc:sldMk cId="1092570153" sldId="331"/>
            <ac:spMk id="3" creationId="{0FCB25E6-82C8-1D18-3A42-62A87462168B}"/>
          </ac:spMkLst>
        </pc:spChg>
        <pc:spChg chg="add del mod ord">
          <ac:chgData name="LEFEBVRE Raphaël" userId="46535da4-4c97-4804-a5ec-0c5f78942f8b" providerId="ADAL" clId="{543241E5-EC8A-477B-8FEE-C03A4A64144F}" dt="2026-01-09T10:52:43.926" v="24626" actId="22"/>
          <ac:spMkLst>
            <pc:docMk/>
            <pc:sldMk cId="1092570153" sldId="331"/>
            <ac:spMk id="4" creationId="{A715ADD1-F6CE-2652-3748-DB838EF3208A}"/>
          </ac:spMkLst>
        </pc:spChg>
        <pc:picChg chg="add mod ord">
          <ac:chgData name="LEFEBVRE Raphaël" userId="46535da4-4c97-4804-a5ec-0c5f78942f8b" providerId="ADAL" clId="{543241E5-EC8A-477B-8FEE-C03A4A64144F}" dt="2026-01-09T10:52:44.428" v="24628" actId="962"/>
          <ac:picMkLst>
            <pc:docMk/>
            <pc:sldMk cId="1092570153" sldId="331"/>
            <ac:picMk id="6" creationId="{7E3E7348-53C8-8A6B-7D4B-DC4EB2B62671}"/>
          </ac:picMkLst>
        </pc:picChg>
      </pc:sldChg>
      <pc:sldChg chg="addSp delSp modSp new mod">
        <pc:chgData name="LEFEBVRE Raphaël" userId="46535da4-4c97-4804-a5ec-0c5f78942f8b" providerId="ADAL" clId="{543241E5-EC8A-477B-8FEE-C03A4A64144F}" dt="2026-01-09T10:54:33.653" v="24757" actId="20577"/>
        <pc:sldMkLst>
          <pc:docMk/>
          <pc:sldMk cId="292227188" sldId="332"/>
        </pc:sldMkLst>
        <pc:spChg chg="mod">
          <ac:chgData name="LEFEBVRE Raphaël" userId="46535da4-4c97-4804-a5ec-0c5f78942f8b" providerId="ADAL" clId="{543241E5-EC8A-477B-8FEE-C03A4A64144F}" dt="2026-01-09T10:53:33.954" v="24749" actId="20577"/>
          <ac:spMkLst>
            <pc:docMk/>
            <pc:sldMk cId="292227188" sldId="332"/>
            <ac:spMk id="2" creationId="{67F4057F-6360-6E0A-9556-8B826B7D1F7A}"/>
          </ac:spMkLst>
        </pc:spChg>
        <pc:spChg chg="mod">
          <ac:chgData name="LEFEBVRE Raphaël" userId="46535da4-4c97-4804-a5ec-0c5f78942f8b" providerId="ADAL" clId="{543241E5-EC8A-477B-8FEE-C03A4A64144F}" dt="2026-01-09T10:54:33.653" v="24757" actId="20577"/>
          <ac:spMkLst>
            <pc:docMk/>
            <pc:sldMk cId="292227188" sldId="332"/>
            <ac:spMk id="3" creationId="{6EA2FCE2-EDD9-54BF-4EE5-CD57AC86CD23}"/>
          </ac:spMkLst>
        </pc:spChg>
        <pc:spChg chg="del mod">
          <ac:chgData name="LEFEBVRE Raphaël" userId="46535da4-4c97-4804-a5ec-0c5f78942f8b" providerId="ADAL" clId="{543241E5-EC8A-477B-8FEE-C03A4A64144F}" dt="2026-01-09T10:54:09.357" v="24750" actId="22"/>
          <ac:spMkLst>
            <pc:docMk/>
            <pc:sldMk cId="292227188" sldId="332"/>
            <ac:spMk id="4" creationId="{F95CD581-A24D-3602-0376-8CB6B61446D2}"/>
          </ac:spMkLst>
        </pc:spChg>
        <pc:picChg chg="add mod ord">
          <ac:chgData name="LEFEBVRE Raphaël" userId="46535da4-4c97-4804-a5ec-0c5f78942f8b" providerId="ADAL" clId="{543241E5-EC8A-477B-8FEE-C03A4A64144F}" dt="2026-01-09T10:54:10.459" v="24751" actId="27614"/>
          <ac:picMkLst>
            <pc:docMk/>
            <pc:sldMk cId="292227188" sldId="332"/>
            <ac:picMk id="6" creationId="{4D99BB43-BC24-2441-F693-98DAD1E01F59}"/>
          </ac:picMkLst>
        </pc:picChg>
      </pc:sldChg>
      <pc:sldChg chg="addSp delSp modSp new mod">
        <pc:chgData name="LEFEBVRE Raphaël" userId="46535da4-4c97-4804-a5ec-0c5f78942f8b" providerId="ADAL" clId="{543241E5-EC8A-477B-8FEE-C03A4A64144F}" dt="2026-01-09T10:57:51.121" v="24784"/>
        <pc:sldMkLst>
          <pc:docMk/>
          <pc:sldMk cId="2021787336" sldId="333"/>
        </pc:sldMkLst>
        <pc:spChg chg="mod">
          <ac:chgData name="LEFEBVRE Raphaël" userId="46535da4-4c97-4804-a5ec-0c5f78942f8b" providerId="ADAL" clId="{543241E5-EC8A-477B-8FEE-C03A4A64144F}" dt="2026-01-09T10:56:34.566" v="24782" actId="122"/>
          <ac:spMkLst>
            <pc:docMk/>
            <pc:sldMk cId="2021787336" sldId="333"/>
            <ac:spMk id="2" creationId="{E36E48E7-6F75-EDED-88AC-E8F43A43ADE4}"/>
          </ac:spMkLst>
        </pc:spChg>
        <pc:spChg chg="del">
          <ac:chgData name="LEFEBVRE Raphaël" userId="46535da4-4c97-4804-a5ec-0c5f78942f8b" providerId="ADAL" clId="{543241E5-EC8A-477B-8FEE-C03A4A64144F}" dt="2026-01-09T10:55:42.562" v="24761" actId="22"/>
          <ac:spMkLst>
            <pc:docMk/>
            <pc:sldMk cId="2021787336" sldId="333"/>
            <ac:spMk id="3" creationId="{73890A80-5587-A658-82FF-7A60FF562D8B}"/>
          </ac:spMkLst>
        </pc:spChg>
        <pc:spChg chg="del">
          <ac:chgData name="LEFEBVRE Raphaël" userId="46535da4-4c97-4804-a5ec-0c5f78942f8b" providerId="ADAL" clId="{543241E5-EC8A-477B-8FEE-C03A4A64144F}" dt="2026-01-09T10:56:24.049" v="24764" actId="22"/>
          <ac:spMkLst>
            <pc:docMk/>
            <pc:sldMk cId="2021787336" sldId="333"/>
            <ac:spMk id="4" creationId="{040ECC22-3F9E-6D0A-E9E4-30935FEC966D}"/>
          </ac:spMkLst>
        </pc:spChg>
        <pc:spChg chg="add mod">
          <ac:chgData name="LEFEBVRE Raphaël" userId="46535da4-4c97-4804-a5ec-0c5f78942f8b" providerId="ADAL" clId="{543241E5-EC8A-477B-8FEE-C03A4A64144F}" dt="2026-01-09T10:57:51.121" v="24784"/>
          <ac:spMkLst>
            <pc:docMk/>
            <pc:sldMk cId="2021787336" sldId="333"/>
            <ac:spMk id="9" creationId="{C6226A61-480E-11CC-0798-0B5BC91760AC}"/>
          </ac:spMkLst>
        </pc:spChg>
        <pc:picChg chg="add mod ord">
          <ac:chgData name="LEFEBVRE Raphaël" userId="46535da4-4c97-4804-a5ec-0c5f78942f8b" providerId="ADAL" clId="{543241E5-EC8A-477B-8FEE-C03A4A64144F}" dt="2026-01-09T10:55:43.160" v="24763" actId="962"/>
          <ac:picMkLst>
            <pc:docMk/>
            <pc:sldMk cId="2021787336" sldId="333"/>
            <ac:picMk id="6" creationId="{97CF61F7-131B-1CC3-F1D5-0AB25D95973E}"/>
          </ac:picMkLst>
        </pc:picChg>
        <pc:picChg chg="add mod ord">
          <ac:chgData name="LEFEBVRE Raphaël" userId="46535da4-4c97-4804-a5ec-0c5f78942f8b" providerId="ADAL" clId="{543241E5-EC8A-477B-8FEE-C03A4A64144F}" dt="2026-01-09T10:56:24.773" v="24766" actId="962"/>
          <ac:picMkLst>
            <pc:docMk/>
            <pc:sldMk cId="2021787336" sldId="333"/>
            <ac:picMk id="8" creationId="{F0D3E4F2-6954-772A-D73D-1DB88C2B799A}"/>
          </ac:picMkLst>
        </pc:picChg>
      </pc:sldChg>
      <pc:sldChg chg="addSp delSp modSp new mod modClrScheme chgLayout">
        <pc:chgData name="LEFEBVRE Raphaël" userId="46535da4-4c97-4804-a5ec-0c5f78942f8b" providerId="ADAL" clId="{543241E5-EC8A-477B-8FEE-C03A4A64144F}" dt="2026-01-09T11:02:36.294" v="24798" actId="20577"/>
        <pc:sldMkLst>
          <pc:docMk/>
          <pc:sldMk cId="955860227" sldId="334"/>
        </pc:sldMkLst>
        <pc:spChg chg="del mod ord">
          <ac:chgData name="LEFEBVRE Raphaël" userId="46535da4-4c97-4804-a5ec-0c5f78942f8b" providerId="ADAL" clId="{543241E5-EC8A-477B-8FEE-C03A4A64144F}" dt="2026-01-09T11:02:31.448" v="24791" actId="700"/>
          <ac:spMkLst>
            <pc:docMk/>
            <pc:sldMk cId="955860227" sldId="334"/>
            <ac:spMk id="2" creationId="{FB43BEFB-8A77-9834-BCB1-411BE2C74F66}"/>
          </ac:spMkLst>
        </pc:spChg>
        <pc:spChg chg="del mod ord">
          <ac:chgData name="LEFEBVRE Raphaël" userId="46535da4-4c97-4804-a5ec-0c5f78942f8b" providerId="ADAL" clId="{543241E5-EC8A-477B-8FEE-C03A4A64144F}" dt="2026-01-09T11:02:31.448" v="24791" actId="700"/>
          <ac:spMkLst>
            <pc:docMk/>
            <pc:sldMk cId="955860227" sldId="334"/>
            <ac:spMk id="3" creationId="{7E6A7D2A-C328-AD10-918D-254D145D6819}"/>
          </ac:spMkLst>
        </pc:spChg>
        <pc:spChg chg="del">
          <ac:chgData name="LEFEBVRE Raphaël" userId="46535da4-4c97-4804-a5ec-0c5f78942f8b" providerId="ADAL" clId="{543241E5-EC8A-477B-8FEE-C03A4A64144F}" dt="2026-01-09T11:02:31.448" v="24791" actId="700"/>
          <ac:spMkLst>
            <pc:docMk/>
            <pc:sldMk cId="955860227" sldId="334"/>
            <ac:spMk id="4" creationId="{7B534DEB-AFCA-DCFE-C0D9-40DF62322FAF}"/>
          </ac:spMkLst>
        </pc:spChg>
        <pc:spChg chg="add mod ord">
          <ac:chgData name="LEFEBVRE Raphaël" userId="46535da4-4c97-4804-a5ec-0c5f78942f8b" providerId="ADAL" clId="{543241E5-EC8A-477B-8FEE-C03A4A64144F}" dt="2026-01-09T11:02:36.294" v="24798" actId="20577"/>
          <ac:spMkLst>
            <pc:docMk/>
            <pc:sldMk cId="955860227" sldId="334"/>
            <ac:spMk id="5" creationId="{4950ACAF-9528-91F9-ABAE-8E183F21570C}"/>
          </ac:spMkLst>
        </pc:spChg>
        <pc:spChg chg="add mod ord">
          <ac:chgData name="LEFEBVRE Raphaël" userId="46535da4-4c97-4804-a5ec-0c5f78942f8b" providerId="ADAL" clId="{543241E5-EC8A-477B-8FEE-C03A4A64144F}" dt="2026-01-09T11:02:31.448" v="24791" actId="700"/>
          <ac:spMkLst>
            <pc:docMk/>
            <pc:sldMk cId="955860227" sldId="334"/>
            <ac:spMk id="6" creationId="{E77957EE-A6F0-C52D-E806-9B1EED6C6E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F798A6-9C76-43F4-88A0-CFD4B9BE065F}" type="datetimeFigureOut">
              <a:rPr lang="fr-BE" smtClean="0"/>
              <a:t>06/01/2026</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10D8FB-8466-4259-92A8-325170E6F478}" type="slidenum">
              <a:rPr lang="fr-BE" smtClean="0"/>
              <a:t>‹N°›</a:t>
            </a:fld>
            <a:endParaRPr lang="fr-BE"/>
          </a:p>
        </p:txBody>
      </p:sp>
    </p:spTree>
    <p:extLst>
      <p:ext uri="{BB962C8B-B14F-4D97-AF65-F5344CB8AC3E}">
        <p14:creationId xmlns:p14="http://schemas.microsoft.com/office/powerpoint/2010/main" val="768524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4</a:t>
            </a:fld>
            <a:endParaRPr lang="fr-BE"/>
          </a:p>
        </p:txBody>
      </p:sp>
    </p:spTree>
    <p:extLst>
      <p:ext uri="{BB962C8B-B14F-4D97-AF65-F5344CB8AC3E}">
        <p14:creationId xmlns:p14="http://schemas.microsoft.com/office/powerpoint/2010/main" val="3426401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https://onlinephp.io/c/aba7ea</a:t>
            </a:r>
          </a:p>
          <a:p>
            <a:endParaRPr lang="fr-BE" dirty="0"/>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7</a:t>
            </a:fld>
            <a:endParaRPr lang="fr-BE"/>
          </a:p>
        </p:txBody>
      </p:sp>
    </p:spTree>
    <p:extLst>
      <p:ext uri="{BB962C8B-B14F-4D97-AF65-F5344CB8AC3E}">
        <p14:creationId xmlns:p14="http://schemas.microsoft.com/office/powerpoint/2010/main" val="70986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Attention, comportement </a:t>
            </a:r>
            <a:r>
              <a:rPr lang="fr-BE" dirty="0" err="1"/>
              <a:t>intval</a:t>
            </a:r>
            <a:r>
              <a:rPr lang="fr-BE" dirty="0"/>
              <a:t> dans les négatifs!</a:t>
            </a:r>
          </a:p>
          <a:p>
            <a:r>
              <a:rPr lang="fr-BE" dirty="0"/>
              <a:t>https://onlinephp.io/c/92af4</a:t>
            </a:r>
          </a:p>
          <a:p>
            <a:endParaRPr lang="fr-BE" dirty="0"/>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9</a:t>
            </a:fld>
            <a:endParaRPr lang="fr-BE"/>
          </a:p>
        </p:txBody>
      </p:sp>
    </p:spTree>
    <p:extLst>
      <p:ext uri="{BB962C8B-B14F-4D97-AF65-F5344CB8AC3E}">
        <p14:creationId xmlns:p14="http://schemas.microsoft.com/office/powerpoint/2010/main" val="369878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5CDE0-1DDF-7029-3C3B-BA5707E48D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3897E46-64B0-E049-6D58-2374F21C37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CDDBD0-F7E2-0AFB-4D4F-3255D6B340AE}"/>
              </a:ext>
            </a:extLst>
          </p:cNvPr>
          <p:cNvSpPr>
            <a:spLocks noGrp="1"/>
          </p:cNvSpPr>
          <p:nvPr>
            <p:ph type="body" idx="1"/>
          </p:nvPr>
        </p:nvSpPr>
        <p:spPr/>
        <p:txBody>
          <a:bodyPr/>
          <a:lstStyle/>
          <a:p>
            <a:r>
              <a:rPr lang="fr-BE" dirty="0"/>
              <a:t>(Pour des notions avancées, notamment l’internationalisation, voir </a:t>
            </a:r>
            <a:r>
              <a:rPr lang="fr-BE" dirty="0" err="1"/>
              <a:t>NumberFormatter</a:t>
            </a:r>
            <a:r>
              <a:rPr lang="fr-BE" dirty="0"/>
              <a:t>.)</a:t>
            </a:r>
          </a:p>
          <a:p>
            <a:endParaRPr lang="fr-BE" dirty="0"/>
          </a:p>
          <a:p>
            <a:r>
              <a:rPr lang="fr-BE" dirty="0"/>
              <a:t>https://onlinephp.io/c/7885a</a:t>
            </a:r>
          </a:p>
          <a:p>
            <a:r>
              <a:rPr lang="fr-BE" dirty="0"/>
              <a:t>https://onlinephp.io/c/b2a09</a:t>
            </a:r>
          </a:p>
          <a:p>
            <a:endParaRPr lang="fr-BE" dirty="0"/>
          </a:p>
        </p:txBody>
      </p:sp>
      <p:sp>
        <p:nvSpPr>
          <p:cNvPr id="4" name="Espace réservé du numéro de diapositive 3">
            <a:extLst>
              <a:ext uri="{FF2B5EF4-FFF2-40B4-BE49-F238E27FC236}">
                <a16:creationId xmlns:a16="http://schemas.microsoft.com/office/drawing/2014/main" id="{6139B3A0-28EB-2614-FEC7-079EBEE9BF8F}"/>
              </a:ext>
            </a:extLst>
          </p:cNvPr>
          <p:cNvSpPr>
            <a:spLocks noGrp="1"/>
          </p:cNvSpPr>
          <p:nvPr>
            <p:ph type="sldNum" sz="quarter" idx="5"/>
          </p:nvPr>
        </p:nvSpPr>
        <p:spPr/>
        <p:txBody>
          <a:bodyPr/>
          <a:lstStyle/>
          <a:p>
            <a:fld id="{B610D8FB-8466-4259-92A8-325170E6F478}" type="slidenum">
              <a:rPr lang="fr-BE" smtClean="0"/>
              <a:t>10</a:t>
            </a:fld>
            <a:endParaRPr lang="fr-BE"/>
          </a:p>
        </p:txBody>
      </p:sp>
    </p:spTree>
    <p:extLst>
      <p:ext uri="{BB962C8B-B14F-4D97-AF65-F5344CB8AC3E}">
        <p14:creationId xmlns:p14="http://schemas.microsoft.com/office/powerpoint/2010/main" val="2922960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https://onlinephp.io/c/6c902</a:t>
            </a:r>
          </a:p>
          <a:p>
            <a:endParaRPr lang="fr-BE" dirty="0"/>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11</a:t>
            </a:fld>
            <a:endParaRPr lang="fr-BE"/>
          </a:p>
        </p:txBody>
      </p:sp>
    </p:spTree>
    <p:extLst>
      <p:ext uri="{BB962C8B-B14F-4D97-AF65-F5344CB8AC3E}">
        <p14:creationId xmlns:p14="http://schemas.microsoft.com/office/powerpoint/2010/main" val="3563714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https://onlinephp.io/c/093d5</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12</a:t>
            </a:fld>
            <a:endParaRPr lang="fr-BE"/>
          </a:p>
        </p:txBody>
      </p:sp>
    </p:spTree>
    <p:extLst>
      <p:ext uri="{BB962C8B-B14F-4D97-AF65-F5344CB8AC3E}">
        <p14:creationId xmlns:p14="http://schemas.microsoft.com/office/powerpoint/2010/main" val="2867327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https://onlinephp.io/c/5f576e</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13</a:t>
            </a:fld>
            <a:endParaRPr lang="fr-BE"/>
          </a:p>
        </p:txBody>
      </p:sp>
    </p:spTree>
    <p:extLst>
      <p:ext uri="{BB962C8B-B14F-4D97-AF65-F5344CB8AC3E}">
        <p14:creationId xmlns:p14="http://schemas.microsoft.com/office/powerpoint/2010/main" val="1949044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https://onlinephp.io/c/fbc77f</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15</a:t>
            </a:fld>
            <a:endParaRPr lang="fr-BE"/>
          </a:p>
        </p:txBody>
      </p:sp>
    </p:spTree>
    <p:extLst>
      <p:ext uri="{BB962C8B-B14F-4D97-AF65-F5344CB8AC3E}">
        <p14:creationId xmlns:p14="http://schemas.microsoft.com/office/powerpoint/2010/main" val="1038538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16</a:t>
            </a:fld>
            <a:endParaRPr lang="fr-BE"/>
          </a:p>
        </p:txBody>
      </p:sp>
    </p:spTree>
    <p:extLst>
      <p:ext uri="{BB962C8B-B14F-4D97-AF65-F5344CB8AC3E}">
        <p14:creationId xmlns:p14="http://schemas.microsoft.com/office/powerpoint/2010/main" val="3413320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https://onlinephp.io/c/09dbc8</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17</a:t>
            </a:fld>
            <a:endParaRPr lang="fr-BE"/>
          </a:p>
        </p:txBody>
      </p:sp>
    </p:spTree>
    <p:extLst>
      <p:ext uri="{BB962C8B-B14F-4D97-AF65-F5344CB8AC3E}">
        <p14:creationId xmlns:p14="http://schemas.microsoft.com/office/powerpoint/2010/main" val="2168828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https://onlinephp.io/c/a77c4</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18</a:t>
            </a:fld>
            <a:endParaRPr lang="fr-BE"/>
          </a:p>
        </p:txBody>
      </p:sp>
    </p:spTree>
    <p:extLst>
      <p:ext uri="{BB962C8B-B14F-4D97-AF65-F5344CB8AC3E}">
        <p14:creationId xmlns:p14="http://schemas.microsoft.com/office/powerpoint/2010/main" val="2945589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Notes avancées:</a:t>
            </a:r>
          </a:p>
          <a:p>
            <a:endParaRPr lang="fr-BE" dirty="0"/>
          </a:p>
          <a:p>
            <a:r>
              <a:rPr lang="fr-BE" dirty="0"/>
              <a:t>1) $_POST ne prend en compte que certains HTTP Content-Type :</a:t>
            </a:r>
          </a:p>
          <a:p>
            <a:r>
              <a:rPr lang="fr-BE" dirty="0"/>
              <a:t> - application/x-www-</a:t>
            </a:r>
            <a:r>
              <a:rPr lang="fr-BE" dirty="0" err="1"/>
              <a:t>form</a:t>
            </a:r>
            <a:r>
              <a:rPr lang="fr-BE" dirty="0"/>
              <a:t>-</a:t>
            </a:r>
            <a:r>
              <a:rPr lang="fr-BE" dirty="0" err="1"/>
              <a:t>urlencoded</a:t>
            </a:r>
            <a:r>
              <a:rPr lang="fr-BE" dirty="0"/>
              <a:t> (valeur par défaut de l'attribut </a:t>
            </a:r>
            <a:r>
              <a:rPr lang="fr-BE" dirty="0" err="1"/>
              <a:t>enctype</a:t>
            </a:r>
            <a:r>
              <a:rPr lang="fr-BE" dirty="0"/>
              <a:t> de l’élément HTML </a:t>
            </a:r>
            <a:r>
              <a:rPr lang="fr-BE" dirty="0" err="1"/>
              <a:t>form</a:t>
            </a:r>
            <a:r>
              <a:rPr lang="fr-BE" dirty="0"/>
              <a:t>)</a:t>
            </a:r>
          </a:p>
          <a:p>
            <a:r>
              <a:rPr lang="fr-BE" dirty="0"/>
              <a:t> - </a:t>
            </a:r>
            <a:r>
              <a:rPr lang="fr-BE" dirty="0" err="1"/>
              <a:t>multipart</a:t>
            </a:r>
            <a:r>
              <a:rPr lang="fr-BE" dirty="0"/>
              <a:t>/</a:t>
            </a:r>
            <a:r>
              <a:rPr lang="fr-BE" dirty="0" err="1"/>
              <a:t>form</a:t>
            </a:r>
            <a:r>
              <a:rPr lang="fr-BE" dirty="0"/>
              <a:t>-data (utilisé pour le chargement de fichiers)</a:t>
            </a:r>
          </a:p>
          <a:p>
            <a:r>
              <a:rPr lang="fr-BE" dirty="0"/>
              <a:t>N'est pas pris en charge: </a:t>
            </a:r>
            <a:r>
              <a:rPr lang="fr-BE" dirty="0" err="1"/>
              <a:t>text</a:t>
            </a:r>
            <a:r>
              <a:rPr lang="fr-BE" dirty="0"/>
              <a:t>/plain</a:t>
            </a:r>
          </a:p>
          <a:p>
            <a:endParaRPr lang="fr-BE" dirty="0"/>
          </a:p>
          <a:p>
            <a:r>
              <a:rPr lang="fr-BE" dirty="0"/>
              <a:t>2) Clés intéressantes de $_SERVER:</a:t>
            </a:r>
          </a:p>
          <a:p>
            <a:r>
              <a:rPr lang="fr-BE" dirty="0"/>
              <a:t>REQUEST_URI (</a:t>
            </a:r>
            <a:r>
              <a:rPr lang="fr-BE" dirty="0" err="1"/>
              <a:t>path</a:t>
            </a:r>
            <a:r>
              <a:rPr lang="fr-BE" dirty="0"/>
              <a:t> + </a:t>
            </a:r>
            <a:r>
              <a:rPr lang="fr-BE" dirty="0" err="1"/>
              <a:t>query</a:t>
            </a:r>
            <a:r>
              <a:rPr lang="fr-BE" dirty="0"/>
              <a:t> 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200" b="0" i="0" kern="1200" dirty="0">
                <a:solidFill>
                  <a:schemeClr val="tx1"/>
                </a:solidFill>
                <a:effectLst/>
                <a:latin typeface="+mn-lt"/>
                <a:ea typeface="+mn-ea"/>
                <a:cs typeface="+mn-cs"/>
              </a:rPr>
              <a:t>QUERY_STRING</a:t>
            </a:r>
            <a:endParaRPr lang="fr-BE" dirty="0"/>
          </a:p>
          <a:p>
            <a:r>
              <a:rPr lang="fr-BE" dirty="0"/>
              <a:t>REQUEST_METHOD</a:t>
            </a:r>
          </a:p>
          <a:p>
            <a:r>
              <a:rPr lang="fr-BE" dirty="0"/>
              <a:t>HTTPS</a:t>
            </a:r>
          </a:p>
          <a:p>
            <a:r>
              <a:rPr lang="fr-BE" dirty="0"/>
              <a:t>SERVER_NAME (</a:t>
            </a:r>
            <a:r>
              <a:rPr lang="fr-BE" dirty="0" err="1"/>
              <a:t>domain</a:t>
            </a:r>
            <a:r>
              <a:rPr lang="fr-BE" dirty="0"/>
              <a:t>) correspond au nom d’hôte tel que configuré dans la directive </a:t>
            </a:r>
            <a:r>
              <a:rPr lang="fr-BE" dirty="0" err="1"/>
              <a:t>ServerName</a:t>
            </a:r>
            <a:r>
              <a:rPr lang="fr-BE" dirty="0"/>
              <a:t> du </a:t>
            </a:r>
            <a:r>
              <a:rPr lang="fr-BE" dirty="0" err="1"/>
              <a:t>virtual</a:t>
            </a:r>
            <a:r>
              <a:rPr lang="fr-BE" dirty="0"/>
              <a:t> host du serveur web</a:t>
            </a:r>
          </a:p>
          <a:p>
            <a:r>
              <a:rPr lang="fr-BE" dirty="0"/>
              <a:t>SERVER_ADDR (IP)</a:t>
            </a:r>
          </a:p>
          <a:p>
            <a:r>
              <a:rPr lang="fr-BE" dirty="0"/>
              <a:t>SERVER_PORT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200" b="0" i="0" kern="1200" dirty="0">
                <a:solidFill>
                  <a:schemeClr val="tx1"/>
                </a:solidFill>
                <a:effectLst/>
                <a:latin typeface="+mn-lt"/>
                <a:ea typeface="+mn-ea"/>
                <a:cs typeface="+mn-cs"/>
              </a:rPr>
              <a:t>HTTP_HOST (</a:t>
            </a:r>
            <a:r>
              <a:rPr lang="fr-BE" sz="1200" b="0" i="0" kern="1200" dirty="0" err="1">
                <a:solidFill>
                  <a:schemeClr val="tx1"/>
                </a:solidFill>
                <a:effectLst/>
                <a:latin typeface="+mn-lt"/>
                <a:ea typeface="+mn-ea"/>
                <a:cs typeface="+mn-cs"/>
              </a:rPr>
              <a:t>domain</a:t>
            </a:r>
            <a:r>
              <a:rPr lang="fr-BE" sz="1200" b="0" i="0" kern="1200" dirty="0">
                <a:solidFill>
                  <a:schemeClr val="tx1"/>
                </a:solidFill>
                <a:effectLst/>
                <a:latin typeface="+mn-lt"/>
                <a:ea typeface="+mn-ea"/>
                <a:cs typeface="+mn-cs"/>
              </a:rPr>
              <a:t> + port) contient la valeur de l’en-tête HTTP Host envoyé par le client</a:t>
            </a:r>
            <a:endParaRPr lang="fr-BE" dirty="0"/>
          </a:p>
          <a:p>
            <a:r>
              <a:rPr lang="fr-BE" dirty="0"/>
              <a:t>REMOTE_ADDR</a:t>
            </a:r>
          </a:p>
          <a:p>
            <a:r>
              <a:rPr lang="fr-BE" dirty="0"/>
              <a:t>DOCUMENT_ROOT</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19</a:t>
            </a:fld>
            <a:endParaRPr lang="fr-BE"/>
          </a:p>
        </p:txBody>
      </p:sp>
    </p:spTree>
    <p:extLst>
      <p:ext uri="{BB962C8B-B14F-4D97-AF65-F5344CB8AC3E}">
        <p14:creationId xmlns:p14="http://schemas.microsoft.com/office/powerpoint/2010/main" val="518472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https://onlinephp.io/c/b0235</a:t>
            </a:r>
          </a:p>
          <a:p>
            <a:endParaRPr lang="fr-BE" dirty="0"/>
          </a:p>
          <a:p>
            <a:r>
              <a:rPr lang="fr-BE" dirty="0"/>
              <a:t>Notes avances:</a:t>
            </a:r>
          </a:p>
          <a:p>
            <a:r>
              <a:rPr lang="fr-BE" dirty="0"/>
              <a:t>Il existe aussi une syntaxe avec le mot-clé </a:t>
            </a:r>
            <a:r>
              <a:rPr lang="fr-BE" dirty="0" err="1"/>
              <a:t>const</a:t>
            </a:r>
            <a:r>
              <a:rPr lang="fr-BE" dirty="0"/>
              <a:t>, sensible au </a:t>
            </a:r>
            <a:r>
              <a:rPr lang="fr-BE" dirty="0" err="1"/>
              <a:t>namespace</a:t>
            </a:r>
            <a:r>
              <a:rPr lang="fr-BE" dirty="0"/>
              <a:t>.</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20</a:t>
            </a:fld>
            <a:endParaRPr lang="fr-BE"/>
          </a:p>
        </p:txBody>
      </p:sp>
    </p:spTree>
    <p:extLst>
      <p:ext uri="{BB962C8B-B14F-4D97-AF65-F5344CB8AC3E}">
        <p14:creationId xmlns:p14="http://schemas.microsoft.com/office/powerpoint/2010/main" val="1472792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A noter:</a:t>
            </a:r>
          </a:p>
          <a:p>
            <a:r>
              <a:rPr lang="fr-BE" dirty="0"/>
              <a:t>Il existe également des types pas vus au cours (</a:t>
            </a:r>
            <a:r>
              <a:rPr lang="fr-BE" dirty="0" err="1"/>
              <a:t>iterable</a:t>
            </a:r>
            <a:r>
              <a:rPr lang="fr-BE" dirty="0"/>
              <a:t>, </a:t>
            </a:r>
            <a:r>
              <a:rPr lang="fr-BE" dirty="0" err="1"/>
              <a:t>callable</a:t>
            </a:r>
            <a:r>
              <a:rPr lang="fr-BE" dirty="0"/>
              <a:t>, ...).</a:t>
            </a:r>
          </a:p>
          <a:p>
            <a:r>
              <a:rPr lang="fr-BE" dirty="0"/>
              <a:t>Il existe également des types particuliers pour l’orienté objet (</a:t>
            </a:r>
            <a:r>
              <a:rPr lang="fr-BE" dirty="0" err="1"/>
              <a:t>static</a:t>
            </a:r>
            <a:r>
              <a:rPr lang="fr-BE" dirty="0"/>
              <a:t>, self, parent, …).</a:t>
            </a:r>
          </a:p>
          <a:p>
            <a:r>
              <a:rPr lang="fr-BE" dirty="0"/>
              <a:t>Il existe également le type particulier </a:t>
            </a:r>
            <a:r>
              <a:rPr lang="fr-BE" dirty="0" err="1"/>
              <a:t>never</a:t>
            </a:r>
            <a:r>
              <a:rPr lang="fr-BE" dirty="0"/>
              <a:t>.</a:t>
            </a:r>
          </a:p>
          <a:p>
            <a:endParaRPr lang="fr-BE" dirty="0"/>
          </a:p>
          <a:p>
            <a:r>
              <a:rPr lang="fr-BE" dirty="0"/>
              <a:t>https://onlinephp.io/c/3e2f0</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23</a:t>
            </a:fld>
            <a:endParaRPr lang="fr-BE"/>
          </a:p>
        </p:txBody>
      </p:sp>
    </p:spTree>
    <p:extLst>
      <p:ext uri="{BB962C8B-B14F-4D97-AF65-F5344CB8AC3E}">
        <p14:creationId xmlns:p14="http://schemas.microsoft.com/office/powerpoint/2010/main" val="489461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Notes avancées:</a:t>
            </a:r>
          </a:p>
          <a:p>
            <a:r>
              <a:rPr lang="fr-BE" dirty="0"/>
              <a:t>Les fonctions mb_* gèrent les encodages </a:t>
            </a:r>
            <a:r>
              <a:rPr lang="fr-BE" dirty="0" err="1"/>
              <a:t>mutlioctets</a:t>
            </a:r>
            <a:r>
              <a:rPr lang="fr-BE" dirty="0"/>
              <a:t>.</a:t>
            </a:r>
          </a:p>
          <a:p>
            <a:r>
              <a:rPr lang="fr-BE" dirty="0"/>
              <a:t>Il existe aussi </a:t>
            </a:r>
            <a:r>
              <a:rPr lang="fr-BE" dirty="0" err="1"/>
              <a:t>mb_trim</a:t>
            </a:r>
            <a:r>
              <a:rPr lang="fr-BE" dirty="0"/>
              <a:t> pour PHP &gt;= 8.4</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25</a:t>
            </a:fld>
            <a:endParaRPr lang="fr-BE"/>
          </a:p>
        </p:txBody>
      </p:sp>
    </p:spTree>
    <p:extLst>
      <p:ext uri="{BB962C8B-B14F-4D97-AF65-F5344CB8AC3E}">
        <p14:creationId xmlns:p14="http://schemas.microsoft.com/office/powerpoint/2010/main" val="2221798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https://onlinephp.io/c/9030f</a:t>
            </a:r>
          </a:p>
          <a:p>
            <a:endParaRPr lang="fr-BE" dirty="0"/>
          </a:p>
          <a:p>
            <a:r>
              <a:rPr lang="fr-BE" dirty="0"/>
              <a:t>A noter qu’il s’agit d’une petite variante de </a:t>
            </a:r>
            <a:r>
              <a:rPr lang="fr-BE" dirty="0" err="1"/>
              <a:t>strpos</a:t>
            </a:r>
            <a:r>
              <a:rPr lang="fr-BE" dirty="0"/>
              <a:t> (</a:t>
            </a:r>
            <a:r>
              <a:rPr lang="fr-BE" dirty="0" err="1"/>
              <a:t>strrpos</a:t>
            </a:r>
            <a:r>
              <a:rPr lang="fr-BE" dirty="0"/>
              <a:t>) et qu’on utilise un offset négatif.</a:t>
            </a:r>
          </a:p>
          <a:p>
            <a:r>
              <a:rPr lang="fr-BE" dirty="0"/>
              <a:t>On pourrait améliorer la fonction en gérant le cas d’un texte sans espace.</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26</a:t>
            </a:fld>
            <a:endParaRPr lang="fr-BE"/>
          </a:p>
        </p:txBody>
      </p:sp>
    </p:spTree>
    <p:extLst>
      <p:ext uri="{BB962C8B-B14F-4D97-AF65-F5344CB8AC3E}">
        <p14:creationId xmlns:p14="http://schemas.microsoft.com/office/powerpoint/2010/main" val="596794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https://onlinephp.io/c/2b859</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28</a:t>
            </a:fld>
            <a:endParaRPr lang="fr-BE"/>
          </a:p>
        </p:txBody>
      </p:sp>
    </p:spTree>
    <p:extLst>
      <p:ext uri="{BB962C8B-B14F-4D97-AF65-F5344CB8AC3E}">
        <p14:creationId xmlns:p14="http://schemas.microsoft.com/office/powerpoint/2010/main" val="3986449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https://onlinephp.io/c/9cfb5</a:t>
            </a:r>
          </a:p>
          <a:p>
            <a:endParaRPr lang="fr-BE" dirty="0"/>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33</a:t>
            </a:fld>
            <a:endParaRPr lang="fr-BE"/>
          </a:p>
        </p:txBody>
      </p:sp>
    </p:spTree>
    <p:extLst>
      <p:ext uri="{BB962C8B-B14F-4D97-AF65-F5344CB8AC3E}">
        <p14:creationId xmlns:p14="http://schemas.microsoft.com/office/powerpoint/2010/main" val="840138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https://onlinephp.io/c/ee06c2</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34</a:t>
            </a:fld>
            <a:endParaRPr lang="fr-BE"/>
          </a:p>
        </p:txBody>
      </p:sp>
    </p:spTree>
    <p:extLst>
      <p:ext uri="{BB962C8B-B14F-4D97-AF65-F5344CB8AC3E}">
        <p14:creationId xmlns:p14="http://schemas.microsoft.com/office/powerpoint/2010/main" val="41938952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https://onecompiler.com/mysql/447r3wjvj</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44</a:t>
            </a:fld>
            <a:endParaRPr lang="fr-BE"/>
          </a:p>
        </p:txBody>
      </p:sp>
    </p:spTree>
    <p:extLst>
      <p:ext uri="{BB962C8B-B14F-4D97-AF65-F5344CB8AC3E}">
        <p14:creationId xmlns:p14="http://schemas.microsoft.com/office/powerpoint/2010/main" val="37499476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https://onlinephp.io/c/b3ff8</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45</a:t>
            </a:fld>
            <a:endParaRPr lang="fr-BE"/>
          </a:p>
        </p:txBody>
      </p:sp>
    </p:spTree>
    <p:extLst>
      <p:ext uri="{BB962C8B-B14F-4D97-AF65-F5344CB8AC3E}">
        <p14:creationId xmlns:p14="http://schemas.microsoft.com/office/powerpoint/2010/main" val="1352455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https://onlinephp.io/c/203584</a:t>
            </a:r>
          </a:p>
          <a:p>
            <a:r>
              <a:rPr lang="fr-BE" dirty="0"/>
              <a:t>https://onlinephp.io/c/ee814</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48</a:t>
            </a:fld>
            <a:endParaRPr lang="fr-BE"/>
          </a:p>
        </p:txBody>
      </p:sp>
    </p:spTree>
    <p:extLst>
      <p:ext uri="{BB962C8B-B14F-4D97-AF65-F5344CB8AC3E}">
        <p14:creationId xmlns:p14="http://schemas.microsoft.com/office/powerpoint/2010/main" val="32054921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https://onlinephp.io/c/9b6e3</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55</a:t>
            </a:fld>
            <a:endParaRPr lang="fr-BE"/>
          </a:p>
        </p:txBody>
      </p:sp>
    </p:spTree>
    <p:extLst>
      <p:ext uri="{BB962C8B-B14F-4D97-AF65-F5344CB8AC3E}">
        <p14:creationId xmlns:p14="http://schemas.microsoft.com/office/powerpoint/2010/main" val="94214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https://onlinephp.io/c/75764</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56</a:t>
            </a:fld>
            <a:endParaRPr lang="fr-BE"/>
          </a:p>
        </p:txBody>
      </p:sp>
    </p:spTree>
    <p:extLst>
      <p:ext uri="{BB962C8B-B14F-4D97-AF65-F5344CB8AC3E}">
        <p14:creationId xmlns:p14="http://schemas.microsoft.com/office/powerpoint/2010/main" val="18880668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https://onlinephp.io/c/d43d4</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57</a:t>
            </a:fld>
            <a:endParaRPr lang="fr-BE"/>
          </a:p>
        </p:txBody>
      </p:sp>
    </p:spTree>
    <p:extLst>
      <p:ext uri="{BB962C8B-B14F-4D97-AF65-F5344CB8AC3E}">
        <p14:creationId xmlns:p14="http://schemas.microsoft.com/office/powerpoint/2010/main" val="281318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https://onlinephp.io/c/be1f2</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58</a:t>
            </a:fld>
            <a:endParaRPr lang="fr-BE"/>
          </a:p>
        </p:txBody>
      </p:sp>
    </p:spTree>
    <p:extLst>
      <p:ext uri="{BB962C8B-B14F-4D97-AF65-F5344CB8AC3E}">
        <p14:creationId xmlns:p14="http://schemas.microsoft.com/office/powerpoint/2010/main" val="4160980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https://onlinephp.io/c/c826b</a:t>
            </a:r>
          </a:p>
          <a:p>
            <a:r>
              <a:rPr lang="fr-BE" dirty="0"/>
              <a:t>https://onlinephp.io/c/be1f2</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59</a:t>
            </a:fld>
            <a:endParaRPr lang="fr-BE"/>
          </a:p>
        </p:txBody>
      </p:sp>
    </p:spTree>
    <p:extLst>
      <p:ext uri="{BB962C8B-B14F-4D97-AF65-F5344CB8AC3E}">
        <p14:creationId xmlns:p14="http://schemas.microsoft.com/office/powerpoint/2010/main" val="4176807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https://onlinephp.io/c/cced1</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65</a:t>
            </a:fld>
            <a:endParaRPr lang="fr-BE"/>
          </a:p>
        </p:txBody>
      </p:sp>
    </p:spTree>
    <p:extLst>
      <p:ext uri="{BB962C8B-B14F-4D97-AF65-F5344CB8AC3E}">
        <p14:creationId xmlns:p14="http://schemas.microsoft.com/office/powerpoint/2010/main" val="10238214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https://onlinephp.io/c/b115a</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67</a:t>
            </a:fld>
            <a:endParaRPr lang="fr-BE"/>
          </a:p>
        </p:txBody>
      </p:sp>
    </p:spTree>
    <p:extLst>
      <p:ext uri="{BB962C8B-B14F-4D97-AF65-F5344CB8AC3E}">
        <p14:creationId xmlns:p14="http://schemas.microsoft.com/office/powerpoint/2010/main" val="19379576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https://onlinephp.io/c/68410</a:t>
            </a:r>
          </a:p>
        </p:txBody>
      </p:sp>
      <p:sp>
        <p:nvSpPr>
          <p:cNvPr id="4" name="Espace réservé du numéro de diapositive 3"/>
          <p:cNvSpPr>
            <a:spLocks noGrp="1"/>
          </p:cNvSpPr>
          <p:nvPr>
            <p:ph type="sldNum" sz="quarter" idx="5"/>
          </p:nvPr>
        </p:nvSpPr>
        <p:spPr/>
        <p:txBody>
          <a:bodyPr/>
          <a:lstStyle/>
          <a:p>
            <a:fld id="{B610D8FB-8466-4259-92A8-325170E6F478}" type="slidenum">
              <a:rPr lang="fr-BE" smtClean="0"/>
              <a:t>68</a:t>
            </a:fld>
            <a:endParaRPr lang="fr-BE"/>
          </a:p>
        </p:txBody>
      </p:sp>
    </p:spTree>
    <p:extLst>
      <p:ext uri="{BB962C8B-B14F-4D97-AF65-F5344CB8AC3E}">
        <p14:creationId xmlns:p14="http://schemas.microsoft.com/office/powerpoint/2010/main" val="509146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DC08D9-F2FB-E144-63A7-39EFC3CE86B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F7E53476-7EDA-FAD5-124E-F2D570591E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5DF19632-B1AC-5B41-3BC9-D253CC1D1E1F}"/>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5" name="Espace réservé du pied de page 4">
            <a:extLst>
              <a:ext uri="{FF2B5EF4-FFF2-40B4-BE49-F238E27FC236}">
                <a16:creationId xmlns:a16="http://schemas.microsoft.com/office/drawing/2014/main" id="{ECDE5AC8-DAD8-D0B9-6646-0DD7D3BF525A}"/>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208A268F-7569-34A4-2411-200D56CD817E}"/>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3162115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C05CA8-BD36-F868-22A8-4091D15A75D6}"/>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F79911A5-625D-B5CE-4B6C-B3398827B7A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9AEF17E4-DE4A-E9EB-7C58-4311843C17AC}"/>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5" name="Espace réservé du pied de page 4">
            <a:extLst>
              <a:ext uri="{FF2B5EF4-FFF2-40B4-BE49-F238E27FC236}">
                <a16:creationId xmlns:a16="http://schemas.microsoft.com/office/drawing/2014/main" id="{90EA11AF-51F2-7335-8215-1970C4715692}"/>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93A3FCB-B55C-8954-312C-906190AF68E7}"/>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173343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98EFDE-468A-4790-0CC6-4B7AA4CF92D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B6FB377A-7DA8-8569-7525-8B7482A9B8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F05680B-0B36-89EE-9724-8792D5B38124}"/>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5" name="Espace réservé du pied de page 4">
            <a:extLst>
              <a:ext uri="{FF2B5EF4-FFF2-40B4-BE49-F238E27FC236}">
                <a16:creationId xmlns:a16="http://schemas.microsoft.com/office/drawing/2014/main" id="{2F17318D-3477-A18D-8183-AB44A67DA29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A23CD72C-A2E1-3007-8E1C-AE421DA6D4B1}"/>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3430059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8B1957-F066-9BFA-D097-7517530F5105}"/>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5E703941-3CA6-507C-B7AA-AD1454035FC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B97E4ED0-2F03-F9AA-D6C4-B0D2EEF93F4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9C326C73-E1AE-DBCB-A9EB-4B47B6EEC413}"/>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6" name="Espace réservé du pied de page 5">
            <a:extLst>
              <a:ext uri="{FF2B5EF4-FFF2-40B4-BE49-F238E27FC236}">
                <a16:creationId xmlns:a16="http://schemas.microsoft.com/office/drawing/2014/main" id="{3BBA268B-F350-950B-57BA-8490B0D9A10F}"/>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54125198-9ACB-9E81-2A50-E7AFFEE7EB86}"/>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366199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7C6E43-F1E2-9256-3D59-495F0B991934}"/>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8B803F0B-10C3-9838-89F7-73CD9A9561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DDB0ECB-2C83-1943-E74C-5E18DB5C3A3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A7302ADD-2959-61F8-8181-65AA70ECB7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AABC2E2-FE30-F10B-6ED0-FCF49F07EE9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6730C6D9-E6FB-F956-9804-C48F4412BB22}"/>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8" name="Espace réservé du pied de page 7">
            <a:extLst>
              <a:ext uri="{FF2B5EF4-FFF2-40B4-BE49-F238E27FC236}">
                <a16:creationId xmlns:a16="http://schemas.microsoft.com/office/drawing/2014/main" id="{17214833-6679-86A4-04BB-6835730FA55E}"/>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5950DE29-9AD8-430B-DFCD-D6EF5FA94310}"/>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200897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755E3F-528C-4D9E-094F-D861972FB44F}"/>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72F96F7A-33DD-5034-24F9-8ED85AB00BD3}"/>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4" name="Espace réservé du pied de page 3">
            <a:extLst>
              <a:ext uri="{FF2B5EF4-FFF2-40B4-BE49-F238E27FC236}">
                <a16:creationId xmlns:a16="http://schemas.microsoft.com/office/drawing/2014/main" id="{A9EDA1F4-B478-6A9A-8188-301ABC94ECAB}"/>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603C77D8-B5E8-1437-A538-742508574FFA}"/>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1953388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96E63-9920-FEF5-57BF-D1A7C36BAEE5}"/>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3" name="Espace réservé du pied de page 2">
            <a:extLst>
              <a:ext uri="{FF2B5EF4-FFF2-40B4-BE49-F238E27FC236}">
                <a16:creationId xmlns:a16="http://schemas.microsoft.com/office/drawing/2014/main" id="{CF1611F6-F302-B060-75F1-C385BC9C398B}"/>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305F4381-1087-4FFD-7886-EE097B4218D5}"/>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261139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B0C14A-DE4D-AD09-4195-C1AB1C81125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C400A0FC-8B7F-BAA1-4621-14A2A3F6B8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4C8E822B-B5CC-DCEB-912D-708AFC450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3460530-1522-5124-8E8B-DCDFC621717A}"/>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6" name="Espace réservé du pied de page 5">
            <a:extLst>
              <a:ext uri="{FF2B5EF4-FFF2-40B4-BE49-F238E27FC236}">
                <a16:creationId xmlns:a16="http://schemas.microsoft.com/office/drawing/2014/main" id="{59762920-4009-5FC6-81CF-47484AD548C6}"/>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11590EFF-443A-3A2A-6821-7C13A8CADAF9}"/>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178381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54E08C-E50B-6A7C-958C-A2D4BAC8C53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DC227DF3-BB8E-F118-F04E-3B312413C3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62F99562-1D5B-8653-869B-7A8E97C068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CEC978D-3A3A-D879-1137-595F81CF49A3}"/>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6" name="Espace réservé du pied de page 5">
            <a:extLst>
              <a:ext uri="{FF2B5EF4-FFF2-40B4-BE49-F238E27FC236}">
                <a16:creationId xmlns:a16="http://schemas.microsoft.com/office/drawing/2014/main" id="{5F2A5F48-C2C4-EC27-FE86-5DCF324312D5}"/>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AE77E6C7-7A1B-453B-BC82-BF0647BE1375}"/>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2381641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0F43D-A51B-DFAD-5F96-8DE4334D588E}"/>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6EE29BD3-8070-A08A-7526-544BCCD4AA3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0F74168F-D9FD-BA8D-645D-D48C5971792E}"/>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5" name="Espace réservé du pied de page 4">
            <a:extLst>
              <a:ext uri="{FF2B5EF4-FFF2-40B4-BE49-F238E27FC236}">
                <a16:creationId xmlns:a16="http://schemas.microsoft.com/office/drawing/2014/main" id="{DADFBFBE-8E23-7FD2-78AA-1F595A49C50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1BFC932F-7DAB-12D3-EB7D-410AD802C8F4}"/>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123171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3BAF994-A8EA-42E8-5167-E3DFCA279D9F}"/>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DB25CA14-905E-2F0D-7315-579B5719FFF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6DE664F7-1A32-C4CC-A06E-966354C6C702}"/>
              </a:ext>
            </a:extLst>
          </p:cNvPr>
          <p:cNvSpPr>
            <a:spLocks noGrp="1"/>
          </p:cNvSpPr>
          <p:nvPr>
            <p:ph type="dt" sz="half" idx="10"/>
          </p:nvPr>
        </p:nvSpPr>
        <p:spPr/>
        <p:txBody>
          <a:bodyPr/>
          <a:lstStyle/>
          <a:p>
            <a:fld id="{27F899FA-4873-4FBB-B043-E53CD4D3A559}" type="datetimeFigureOut">
              <a:rPr lang="fr-BE" smtClean="0"/>
              <a:t>06/01/2026</a:t>
            </a:fld>
            <a:endParaRPr lang="fr-BE"/>
          </a:p>
        </p:txBody>
      </p:sp>
      <p:sp>
        <p:nvSpPr>
          <p:cNvPr id="5" name="Espace réservé du pied de page 4">
            <a:extLst>
              <a:ext uri="{FF2B5EF4-FFF2-40B4-BE49-F238E27FC236}">
                <a16:creationId xmlns:a16="http://schemas.microsoft.com/office/drawing/2014/main" id="{14BF1067-2DC4-2C2D-B417-94C0EE4F1DFF}"/>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A7867503-0FA6-E4D5-6967-3539432F6345}"/>
              </a:ext>
            </a:extLst>
          </p:cNvPr>
          <p:cNvSpPr>
            <a:spLocks noGrp="1"/>
          </p:cNvSpPr>
          <p:nvPr>
            <p:ph type="sldNum" sz="quarter" idx="12"/>
          </p:nvPr>
        </p:nvSpPr>
        <p:spPr/>
        <p:txBody>
          <a:bodyPr/>
          <a:lstStyle/>
          <a:p>
            <a:fld id="{2EA60220-3A08-4225-898A-660C1925EB30}" type="slidenum">
              <a:rPr lang="fr-BE" smtClean="0"/>
              <a:t>‹N°›</a:t>
            </a:fld>
            <a:endParaRPr lang="fr-BE"/>
          </a:p>
        </p:txBody>
      </p:sp>
    </p:spTree>
    <p:extLst>
      <p:ext uri="{BB962C8B-B14F-4D97-AF65-F5344CB8AC3E}">
        <p14:creationId xmlns:p14="http://schemas.microsoft.com/office/powerpoint/2010/main" val="1286820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2ACE48F-7BD3-A498-C799-63356F830B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D2BB9B63-477D-DBF6-6F05-7F798930B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E00CBBDB-BBC0-A4E8-A7B4-5AF9D03D84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F899FA-4873-4FBB-B043-E53CD4D3A559}" type="datetimeFigureOut">
              <a:rPr lang="fr-BE" smtClean="0"/>
              <a:t>06/01/2026</a:t>
            </a:fld>
            <a:endParaRPr lang="fr-BE"/>
          </a:p>
        </p:txBody>
      </p:sp>
      <p:sp>
        <p:nvSpPr>
          <p:cNvPr id="5" name="Espace réservé du pied de page 4">
            <a:extLst>
              <a:ext uri="{FF2B5EF4-FFF2-40B4-BE49-F238E27FC236}">
                <a16:creationId xmlns:a16="http://schemas.microsoft.com/office/drawing/2014/main" id="{0837DBE1-E35C-EF27-A8EB-2135D89810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6ED8CB12-2CED-C40A-7C1E-D4CDCE551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A60220-3A08-4225-898A-660C1925EB30}" type="slidenum">
              <a:rPr lang="fr-BE" smtClean="0"/>
              <a:t>‹N°›</a:t>
            </a:fld>
            <a:endParaRPr lang="fr-BE"/>
          </a:p>
        </p:txBody>
      </p:sp>
    </p:spTree>
    <p:extLst>
      <p:ext uri="{BB962C8B-B14F-4D97-AF65-F5344CB8AC3E}">
        <p14:creationId xmlns:p14="http://schemas.microsoft.com/office/powerpoint/2010/main" val="3657664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php.net/manual/fr/configuration.php"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www.php.net/manual/fr/ini.php"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php.net/manual/fr/function.phpinfo.php"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php.net/manual/fr/language.types.type-system.php"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hyperlink" Target="https://www.php.net/manual/fr/function.gettype.php" TargetMode="External"/><Relationship Id="rId4" Type="http://schemas.openxmlformats.org/officeDocument/2006/relationships/hyperlink" Target="https://www.php.net/manual/fr/language.types.type-juggling.ph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hyperlink" Target="https://www.php.net/manual/fr/language.types.boolean.php#language.types.boolean.casting"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s://www.php.net/manual/fr/language.operators.comparison.php"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s://www.php.net/manual/fr/language.types.string.ph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onlinephp.io/c/10a76" TargetMode="External"/><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hyperlink" Target="https://www.php.net/manual/fr/function.array-key-exists.php" TargetMode="External"/><Relationship Id="rId5" Type="http://schemas.openxmlformats.org/officeDocument/2006/relationships/hyperlink" Target="https://www.php.net/manual/fr/function.empty.php" TargetMode="External"/><Relationship Id="rId4" Type="http://schemas.openxmlformats.org/officeDocument/2006/relationships/hyperlink" Target="https://www.php.net/manual/fr/function.isset.ph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php.net/manual/fr/language.operators.comparison.php#language.operators.comparison.ternary"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hyperlink" Target="https://www.php.net/manual/fr/language.operators.comparison.php#language.operators.comparison.coales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php.net/manual/fr/language.variables.scope.php"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hyperlink" Target="https://www.php.net/manual/fr/function.unset.php"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hyperlink" Target="https://www.php.net/manual/fr/language.variables.superglobals.php"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www.php.net/manual/fr/language.constants.php"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hyperlink" Target="https://www.php.net/manual/fr/function.define.ph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p.net/manual/fr/functions.arguments.php#functions.arguments.default"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www.php.net/manual/fr/language.types.declarations.php"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hyperlink" Target="https://www.php.net/manual/fr/function.explode.php" TargetMode="External"/><Relationship Id="rId3" Type="http://schemas.openxmlformats.org/officeDocument/2006/relationships/hyperlink" Target="https://www.php.net/manual/fr/function.mb-strlen.php" TargetMode="External"/><Relationship Id="rId7" Type="http://schemas.openxmlformats.org/officeDocument/2006/relationships/hyperlink" Target="https://www.php.net/manual/fr/function.trim.ph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php.net/manual/fr/function.str-replace.php" TargetMode="External"/><Relationship Id="rId5" Type="http://schemas.openxmlformats.org/officeDocument/2006/relationships/hyperlink" Target="https://www.php.net/manual/fr/function.mb-substr.php" TargetMode="External"/><Relationship Id="rId4" Type="http://schemas.openxmlformats.org/officeDocument/2006/relationships/hyperlink" Target="https://www.php.net/manual/fr/function.mb-strpos.php"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php.net/manual/fr/function.in-array.php" TargetMode="External"/><Relationship Id="rId7" Type="http://schemas.openxmlformats.org/officeDocument/2006/relationships/hyperlink" Target="https://www.php.net/manual/fr/function.implode.php" TargetMode="External"/><Relationship Id="rId2" Type="http://schemas.openxmlformats.org/officeDocument/2006/relationships/hyperlink" Target="https://www.php.net/manual/fr/function.count.php" TargetMode="External"/><Relationship Id="rId1" Type="http://schemas.openxmlformats.org/officeDocument/2006/relationships/slideLayout" Target="../slideLayouts/slideLayout2.xml"/><Relationship Id="rId6" Type="http://schemas.openxmlformats.org/officeDocument/2006/relationships/hyperlink" Target="https://www.php.net/manual/fr/function.array-unique.php" TargetMode="External"/><Relationship Id="rId5" Type="http://schemas.openxmlformats.org/officeDocument/2006/relationships/hyperlink" Target="https://www.php.net/manual/fr/function.array-merge.php" TargetMode="External"/><Relationship Id="rId4" Type="http://schemas.openxmlformats.org/officeDocument/2006/relationships/hyperlink" Target="https://www.php.net/manual/fr/function.sort.php"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php.net/manual/fr/language.errors.php"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www.php.net/manual/fr/errorfunc.configuration.php" TargetMode="External"/><Relationship Id="rId2" Type="http://schemas.openxmlformats.org/officeDocument/2006/relationships/hyperlink" Target="https://www.php.net/manual/fr/book.errorfunc.php" TargetMode="Externa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hyperlink" Target="https://www.php.net/manual/fr/language.exceptions.php"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hyperlink" Target="https://www.php.net/manual/fr/function.error-log.php"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php.net/manual/fr/function.include.php" TargetMode="Externa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www.php.net/manual/fr/function.getcwd.php" TargetMode="External"/><Relationship Id="rId2" Type="http://schemas.openxmlformats.org/officeDocument/2006/relationships/hyperlink" Target="https://www.php.net/manual/fr/language.constants.magic.php" TargetMode="Externa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hyperlink" Target="https://www.php.net/manual/fr/ini.core.php#ini.auto-prepend-file" TargetMode="External"/><Relationship Id="rId4" Type="http://schemas.openxmlformats.org/officeDocument/2006/relationships/hyperlink" Target="https://www.php.net/manual/fr/ini.core.php#ini.include-path"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dev.mysql.com/doc/refman/8.4/en/datetime.html"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hyperlink" Target="https://dev.mysql.com/doc/refman/8.4/en/date-and-time-functions.html" TargetMode="External"/></Relationships>
</file>

<file path=ppt/slides/_rels/slide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www.php.net/manual/en/refs.calendar.php" TargetMode="External"/><Relationship Id="rId7" Type="http://schemas.openxmlformats.org/officeDocument/2006/relationships/hyperlink" Target="https://www.php.net/manual/en/datetime.configuration.php"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hyperlink" Target="https://www.php.net/manual/en/datetime.format.php" TargetMode="External"/><Relationship Id="rId5" Type="http://schemas.openxmlformats.org/officeDocument/2006/relationships/hyperlink" Target="https://www.php.net/manual/fr/function.time.php" TargetMode="External"/><Relationship Id="rId4" Type="http://schemas.openxmlformats.org/officeDocument/2006/relationships/hyperlink" Target="https://www.php.net/manual/en/book.datetime.php"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hyperlink" Target="https://www.php.net/manual/fr/session.security.php" TargetMode="External"/><Relationship Id="rId2" Type="http://schemas.openxmlformats.org/officeDocument/2006/relationships/hyperlink" Target="https://www.php.net/manual/fr/session.configuration.php" TargetMode="Externa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php.net/manual/fr/function.session-start.php"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hyperlink" Target="https://www.php.net/manual/fr/function.session-id.php" TargetMode="External"/><Relationship Id="rId4" Type="http://schemas.openxmlformats.org/officeDocument/2006/relationships/hyperlink" Target="https://www.php.net/manual/fr/function.session-name.php"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php.net/manual/fr/reserved.variables.session.php"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hyperlink" Target="https://www.php.net/manual/fr/function.ini-get.php"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hyperlink" Target="https://www.php.net/manual/fr/function.ini-set.php"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s://www.php.net/manual/fr/function.session-destroy.php"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hyperlink" Target="https://www.php.net/manual/fr/function.setcookie.php" TargetMode="External"/><Relationship Id="rId4" Type="http://schemas.openxmlformats.org/officeDocument/2006/relationships/hyperlink" Target="https://www.php.net/manual/fr/function.session-get-cookie-params.php"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hyperlink" Target="https://www.php.net/manual/en/function.filter-var.php"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hyperlink" Target="https://www.php.net/manual/en/filter.constants.php#filter.constants.validation"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F3E2B6-2156-0C6B-D4D9-F9C6464646B4}"/>
              </a:ext>
            </a:extLst>
          </p:cNvPr>
          <p:cNvSpPr>
            <a:spLocks noGrp="1"/>
          </p:cNvSpPr>
          <p:nvPr>
            <p:ph type="ctrTitle"/>
          </p:nvPr>
        </p:nvSpPr>
        <p:spPr/>
        <p:txBody>
          <a:bodyPr/>
          <a:lstStyle/>
          <a:p>
            <a:r>
              <a:rPr lang="fr-BE" dirty="0"/>
              <a:t>PHP</a:t>
            </a:r>
          </a:p>
        </p:txBody>
      </p:sp>
      <p:sp>
        <p:nvSpPr>
          <p:cNvPr id="3" name="Sous-titre 2">
            <a:extLst>
              <a:ext uri="{FF2B5EF4-FFF2-40B4-BE49-F238E27FC236}">
                <a16:creationId xmlns:a16="http://schemas.microsoft.com/office/drawing/2014/main" id="{2C96E64B-CFB0-5620-41AF-694688A7AEC0}"/>
              </a:ext>
            </a:extLst>
          </p:cNvPr>
          <p:cNvSpPr>
            <a:spLocks noGrp="1"/>
          </p:cNvSpPr>
          <p:nvPr>
            <p:ph type="subTitle" idx="1"/>
          </p:nvPr>
        </p:nvSpPr>
        <p:spPr/>
        <p:txBody>
          <a:bodyPr/>
          <a:lstStyle/>
          <a:p>
            <a:r>
              <a:rPr lang="fr-BE" dirty="0"/>
              <a:t>Développement web avancé</a:t>
            </a:r>
          </a:p>
        </p:txBody>
      </p:sp>
    </p:spTree>
    <p:extLst>
      <p:ext uri="{BB962C8B-B14F-4D97-AF65-F5344CB8AC3E}">
        <p14:creationId xmlns:p14="http://schemas.microsoft.com/office/powerpoint/2010/main" val="3845838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E0CAEC-0118-C500-418B-32DA65FFFD79}"/>
              </a:ext>
            </a:extLst>
          </p:cNvPr>
          <p:cNvSpPr>
            <a:spLocks noGrp="1"/>
          </p:cNvSpPr>
          <p:nvPr>
            <p:ph type="title"/>
          </p:nvPr>
        </p:nvSpPr>
        <p:spPr/>
        <p:txBody>
          <a:bodyPr/>
          <a:lstStyle/>
          <a:p>
            <a:pPr algn="ctr"/>
            <a:r>
              <a:rPr lang="fr-BE" dirty="0"/>
              <a:t>Historique</a:t>
            </a:r>
          </a:p>
        </p:txBody>
      </p:sp>
      <p:sp>
        <p:nvSpPr>
          <p:cNvPr id="3" name="Espace réservé du contenu 2">
            <a:extLst>
              <a:ext uri="{FF2B5EF4-FFF2-40B4-BE49-F238E27FC236}">
                <a16:creationId xmlns:a16="http://schemas.microsoft.com/office/drawing/2014/main" id="{C7B9BA21-B4D0-8218-8EAF-4E00C39DA290}"/>
              </a:ext>
            </a:extLst>
          </p:cNvPr>
          <p:cNvSpPr>
            <a:spLocks noGrp="1"/>
          </p:cNvSpPr>
          <p:nvPr>
            <p:ph sz="half" idx="1"/>
          </p:nvPr>
        </p:nvSpPr>
        <p:spPr/>
        <p:txBody>
          <a:bodyPr>
            <a:normAutofit fontScale="85000" lnSpcReduction="20000"/>
          </a:bodyPr>
          <a:lstStyle/>
          <a:p>
            <a:r>
              <a:rPr lang="fr-BE" dirty="0"/>
              <a:t>1994–1995 : PHP/FI</a:t>
            </a:r>
          </a:p>
          <a:p>
            <a:pPr lvl="1"/>
            <a:r>
              <a:rPr lang="fr-BE" dirty="0"/>
              <a:t>Créé par </a:t>
            </a:r>
            <a:r>
              <a:rPr lang="fr-BE" dirty="0" err="1"/>
              <a:t>Rasmus</a:t>
            </a:r>
            <a:r>
              <a:rPr lang="fr-BE" dirty="0"/>
              <a:t> </a:t>
            </a:r>
            <a:r>
              <a:rPr lang="fr-BE" dirty="0" err="1"/>
              <a:t>Lerdorf</a:t>
            </a:r>
            <a:r>
              <a:rPr lang="fr-BE" dirty="0"/>
              <a:t> pour des scripts CGI personnels.</a:t>
            </a:r>
          </a:p>
          <a:p>
            <a:r>
              <a:rPr lang="fr-BE" dirty="0"/>
              <a:t>1997 : PHP 3</a:t>
            </a:r>
          </a:p>
          <a:p>
            <a:pPr lvl="1"/>
            <a:r>
              <a:rPr lang="fr-BE" dirty="0"/>
              <a:t>Réécriture complète</a:t>
            </a:r>
          </a:p>
          <a:p>
            <a:pPr lvl="1"/>
            <a:r>
              <a:rPr lang="fr-BE" dirty="0"/>
              <a:t>Adoption du nom PHP : PHP </a:t>
            </a:r>
            <a:r>
              <a:rPr lang="fr-BE" dirty="0" err="1"/>
              <a:t>Hypertext</a:t>
            </a:r>
            <a:r>
              <a:rPr lang="fr-BE" dirty="0"/>
              <a:t> </a:t>
            </a:r>
            <a:r>
              <a:rPr lang="fr-BE" dirty="0" err="1"/>
              <a:t>Preprocessor</a:t>
            </a:r>
            <a:r>
              <a:rPr lang="fr-BE" dirty="0"/>
              <a:t>.</a:t>
            </a:r>
          </a:p>
          <a:p>
            <a:r>
              <a:rPr lang="fr-BE" dirty="0"/>
              <a:t>2000 : PHP 4</a:t>
            </a:r>
          </a:p>
          <a:p>
            <a:pPr lvl="1"/>
            <a:r>
              <a:rPr lang="fr-BE" dirty="0"/>
              <a:t>Moteur Zend 1.</a:t>
            </a:r>
          </a:p>
          <a:p>
            <a:r>
              <a:rPr lang="fr-BE" dirty="0"/>
              <a:t>2004 : PHP 5</a:t>
            </a:r>
          </a:p>
          <a:p>
            <a:pPr lvl="1"/>
            <a:r>
              <a:rPr lang="fr-BE" dirty="0"/>
              <a:t>Moteur Zend 2.</a:t>
            </a:r>
          </a:p>
          <a:p>
            <a:pPr lvl="1"/>
            <a:r>
              <a:rPr lang="fr-BE" dirty="0"/>
              <a:t>Modèle objet moderne (visibilité, interfaces, exceptions).</a:t>
            </a:r>
          </a:p>
          <a:p>
            <a:pPr lvl="1"/>
            <a:r>
              <a:rPr lang="fr-BE" dirty="0"/>
              <a:t>PDO. </a:t>
            </a:r>
          </a:p>
          <a:p>
            <a:endParaRPr lang="fr-BE" dirty="0"/>
          </a:p>
          <a:p>
            <a:pPr marL="0" indent="0">
              <a:buNone/>
            </a:pPr>
            <a:endParaRPr lang="fr-BE" dirty="0"/>
          </a:p>
        </p:txBody>
      </p:sp>
      <p:sp>
        <p:nvSpPr>
          <p:cNvPr id="4" name="Espace réservé du contenu 3">
            <a:extLst>
              <a:ext uri="{FF2B5EF4-FFF2-40B4-BE49-F238E27FC236}">
                <a16:creationId xmlns:a16="http://schemas.microsoft.com/office/drawing/2014/main" id="{7F65FE80-6413-5604-2CEE-295EF15BA86B}"/>
              </a:ext>
            </a:extLst>
          </p:cNvPr>
          <p:cNvSpPr>
            <a:spLocks noGrp="1"/>
          </p:cNvSpPr>
          <p:nvPr>
            <p:ph sz="half" idx="2"/>
          </p:nvPr>
        </p:nvSpPr>
        <p:spPr/>
        <p:txBody>
          <a:bodyPr>
            <a:normAutofit fontScale="85000" lnSpcReduction="20000"/>
          </a:bodyPr>
          <a:lstStyle/>
          <a:p>
            <a:r>
              <a:rPr lang="fr-BE" dirty="0"/>
              <a:t>2015 : PHP 7</a:t>
            </a:r>
          </a:p>
          <a:p>
            <a:pPr lvl="1"/>
            <a:r>
              <a:rPr lang="fr-BE" dirty="0"/>
              <a:t>Moteur Zend 3 (2x plus performant).</a:t>
            </a:r>
          </a:p>
          <a:p>
            <a:pPr lvl="1"/>
            <a:r>
              <a:rPr lang="fr-BE" dirty="0"/>
              <a:t>Typage explicite.</a:t>
            </a:r>
          </a:p>
          <a:p>
            <a:pPr lvl="1"/>
            <a:r>
              <a:rPr lang="fr-BE" dirty="0"/>
              <a:t>Nouveaux opérateurs.</a:t>
            </a:r>
          </a:p>
          <a:p>
            <a:r>
              <a:rPr lang="fr-BE" dirty="0"/>
              <a:t>2020 : PHP 8</a:t>
            </a:r>
          </a:p>
          <a:p>
            <a:pPr lvl="1"/>
            <a:r>
              <a:rPr lang="fr-BE" dirty="0"/>
              <a:t>JIT Compiler.</a:t>
            </a:r>
          </a:p>
          <a:p>
            <a:pPr lvl="1"/>
            <a:r>
              <a:rPr lang="fr-BE" dirty="0"/>
              <a:t>Amélioration de la gestion des erreurs.</a:t>
            </a:r>
          </a:p>
          <a:p>
            <a:pPr lvl="1"/>
            <a:r>
              <a:rPr lang="fr-BE" dirty="0"/>
              <a:t>Amélioration de la gestion des types.</a:t>
            </a:r>
          </a:p>
          <a:p>
            <a:endParaRPr lang="fr-BE" dirty="0"/>
          </a:p>
        </p:txBody>
      </p:sp>
    </p:spTree>
    <p:extLst>
      <p:ext uri="{BB962C8B-B14F-4D97-AF65-F5344CB8AC3E}">
        <p14:creationId xmlns:p14="http://schemas.microsoft.com/office/powerpoint/2010/main" val="33485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10E0ADAB-5C08-23E4-87FC-5A51E7DEDCCD}"/>
              </a:ext>
            </a:extLst>
          </p:cNvPr>
          <p:cNvSpPr>
            <a:spLocks noGrp="1"/>
          </p:cNvSpPr>
          <p:nvPr>
            <p:ph type="title"/>
          </p:nvPr>
        </p:nvSpPr>
        <p:spPr/>
        <p:txBody>
          <a:bodyPr/>
          <a:lstStyle/>
          <a:p>
            <a:r>
              <a:rPr lang="fr-BE" dirty="0"/>
              <a:t>Configuration</a:t>
            </a:r>
          </a:p>
        </p:txBody>
      </p:sp>
      <p:sp>
        <p:nvSpPr>
          <p:cNvPr id="6" name="Espace réservé du texte 5">
            <a:extLst>
              <a:ext uri="{FF2B5EF4-FFF2-40B4-BE49-F238E27FC236}">
                <a16:creationId xmlns:a16="http://schemas.microsoft.com/office/drawing/2014/main" id="{FA65913A-1F20-11C9-93AF-296309EF0221}"/>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1811642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BF1C041-EB1F-DFF0-9464-C0659184F0F8}"/>
              </a:ext>
            </a:extLst>
          </p:cNvPr>
          <p:cNvSpPr>
            <a:spLocks noGrp="1"/>
          </p:cNvSpPr>
          <p:nvPr>
            <p:ph type="title"/>
          </p:nvPr>
        </p:nvSpPr>
        <p:spPr/>
        <p:txBody>
          <a:bodyPr/>
          <a:lstStyle/>
          <a:p>
            <a:pPr algn="ctr"/>
            <a:r>
              <a:rPr lang="fr-BE" dirty="0"/>
              <a:t>php.ini</a:t>
            </a:r>
          </a:p>
        </p:txBody>
      </p:sp>
      <p:sp>
        <p:nvSpPr>
          <p:cNvPr id="8" name="Espace réservé du texte 7">
            <a:extLst>
              <a:ext uri="{FF2B5EF4-FFF2-40B4-BE49-F238E27FC236}">
                <a16:creationId xmlns:a16="http://schemas.microsoft.com/office/drawing/2014/main" id="{57D7CB6D-D2F8-84B9-671A-C9DABAE38070}"/>
              </a:ext>
            </a:extLst>
          </p:cNvPr>
          <p:cNvSpPr>
            <a:spLocks noGrp="1"/>
          </p:cNvSpPr>
          <p:nvPr>
            <p:ph type="body" idx="1"/>
          </p:nvPr>
        </p:nvSpPr>
        <p:spPr/>
        <p:txBody>
          <a:bodyPr>
            <a:normAutofit lnSpcReduction="10000"/>
          </a:bodyPr>
          <a:lstStyle/>
          <a:p>
            <a:pPr algn="ctr"/>
            <a:r>
              <a:rPr lang="fr-BE" dirty="0"/>
              <a:t>Principes</a:t>
            </a:r>
          </a:p>
          <a:p>
            <a:pPr algn="ctr"/>
            <a:endParaRPr lang="fr-BE" dirty="0"/>
          </a:p>
        </p:txBody>
      </p:sp>
      <p:sp>
        <p:nvSpPr>
          <p:cNvPr id="5" name="Espace réservé du contenu 4">
            <a:extLst>
              <a:ext uri="{FF2B5EF4-FFF2-40B4-BE49-F238E27FC236}">
                <a16:creationId xmlns:a16="http://schemas.microsoft.com/office/drawing/2014/main" id="{F1F0C76A-3904-D7DE-2F85-929357FA5C0F}"/>
              </a:ext>
            </a:extLst>
          </p:cNvPr>
          <p:cNvSpPr>
            <a:spLocks noGrp="1"/>
          </p:cNvSpPr>
          <p:nvPr>
            <p:ph sz="half" idx="2"/>
          </p:nvPr>
        </p:nvSpPr>
        <p:spPr/>
        <p:txBody>
          <a:bodyPr>
            <a:normAutofit fontScale="55000" lnSpcReduction="20000"/>
          </a:bodyPr>
          <a:lstStyle/>
          <a:p>
            <a:r>
              <a:rPr lang="fr-BE" dirty="0"/>
              <a:t>La configuration principale de PHP est gérée dans le fichier « php.ini »  (Debian: /</a:t>
            </a:r>
            <a:r>
              <a:rPr lang="fr-BE" dirty="0" err="1"/>
              <a:t>etc</a:t>
            </a:r>
            <a:r>
              <a:rPr lang="fr-BE" dirty="0"/>
              <a:t>/php8/apache2/php.ini).</a:t>
            </a:r>
          </a:p>
          <a:p>
            <a:r>
              <a:rPr lang="fr-BE" dirty="0"/>
              <a:t>Ce fichier contient un ensemble de </a:t>
            </a:r>
            <a:r>
              <a:rPr lang="fr-BE" b="1" dirty="0"/>
              <a:t>directives</a:t>
            </a:r>
            <a:r>
              <a:rPr lang="fr-BE" dirty="0"/>
              <a:t>, càd de paramètres de configuration selon le principe de "clé=valeur". Ces directives sont organisées par catégories (langage, gestion des erreurs, performances, sécurité, ...) et par modules.</a:t>
            </a:r>
          </a:p>
          <a:p>
            <a:r>
              <a:rPr lang="fr-BE" dirty="0"/>
              <a:t>Les </a:t>
            </a:r>
            <a:r>
              <a:rPr lang="fr-BE" b="1" dirty="0"/>
              <a:t>modules</a:t>
            </a:r>
            <a:r>
              <a:rPr lang="fr-BE" dirty="0"/>
              <a:t> de PHP sont des extensions qui étendent le cœur de PHP pour lui ajouter des fonctionnalités (gestion de MySQL, réseau, cryptographie, ...)</a:t>
            </a:r>
          </a:p>
          <a:p>
            <a:r>
              <a:rPr lang="fr-BE" dirty="0"/>
              <a:t>A noter qu’il parfois possible de surcharger certaines directives autorisées:</a:t>
            </a:r>
          </a:p>
          <a:p>
            <a:pPr lvl="1"/>
            <a:r>
              <a:rPr lang="fr-BE" dirty="0"/>
              <a:t>Dans Apache (</a:t>
            </a:r>
            <a:r>
              <a:rPr lang="fr-BE" dirty="0" err="1"/>
              <a:t>virtualhost</a:t>
            </a:r>
            <a:r>
              <a:rPr lang="fr-BE" dirty="0"/>
              <a:t> et .</a:t>
            </a:r>
            <a:r>
              <a:rPr lang="fr-BE" dirty="0" err="1"/>
              <a:t>htaccess</a:t>
            </a:r>
            <a:r>
              <a:rPr lang="fr-BE" dirty="0"/>
              <a:t>) si PHP est un module Apache (</a:t>
            </a:r>
            <a:r>
              <a:rPr lang="fr-BE" dirty="0" err="1"/>
              <a:t>mod_php</a:t>
            </a:r>
            <a:r>
              <a:rPr lang="fr-BE" dirty="0"/>
              <a:t>).</a:t>
            </a:r>
          </a:p>
          <a:p>
            <a:pPr lvl="1"/>
            <a:r>
              <a:rPr lang="fr-BE" dirty="0"/>
              <a:t>Dans le script, avec PHP lui-même.</a:t>
            </a:r>
          </a:p>
          <a:p>
            <a:r>
              <a:rPr lang="fr-BE" dirty="0"/>
              <a:t>Ressources:</a:t>
            </a:r>
          </a:p>
          <a:p>
            <a:pPr lvl="1"/>
            <a:r>
              <a:rPr lang="fr-BE" dirty="0">
                <a:hlinkClick r:id="rId3"/>
              </a:rPr>
              <a:t>PHP doc – Configuration</a:t>
            </a:r>
            <a:endParaRPr lang="fr-BE" dirty="0"/>
          </a:p>
          <a:p>
            <a:pPr lvl="1"/>
            <a:r>
              <a:rPr lang="fr-BE" dirty="0">
                <a:hlinkClick r:id="rId4"/>
              </a:rPr>
              <a:t>PHP doc - Directives</a:t>
            </a:r>
            <a:endParaRPr lang="fr-BE" dirty="0"/>
          </a:p>
        </p:txBody>
      </p:sp>
      <p:sp>
        <p:nvSpPr>
          <p:cNvPr id="9" name="Espace réservé du texte 8">
            <a:extLst>
              <a:ext uri="{FF2B5EF4-FFF2-40B4-BE49-F238E27FC236}">
                <a16:creationId xmlns:a16="http://schemas.microsoft.com/office/drawing/2014/main" id="{CC78FACC-5664-C0EB-F9A8-F24415701052}"/>
              </a:ext>
            </a:extLst>
          </p:cNvPr>
          <p:cNvSpPr>
            <a:spLocks noGrp="1"/>
          </p:cNvSpPr>
          <p:nvPr>
            <p:ph type="body" sz="quarter" idx="3"/>
          </p:nvPr>
        </p:nvSpPr>
        <p:spPr/>
        <p:txBody>
          <a:bodyPr>
            <a:normAutofit lnSpcReduction="10000"/>
          </a:bodyPr>
          <a:lstStyle/>
          <a:p>
            <a:pPr algn="ctr"/>
            <a:r>
              <a:rPr lang="fr-BE" dirty="0"/>
              <a:t>Exemples de directives</a:t>
            </a:r>
          </a:p>
          <a:p>
            <a:pPr algn="ctr"/>
            <a:r>
              <a:rPr lang="fr-BE" dirty="0"/>
              <a:t>(pour info)</a:t>
            </a:r>
          </a:p>
        </p:txBody>
      </p:sp>
      <p:graphicFrame>
        <p:nvGraphicFramePr>
          <p:cNvPr id="7" name="Espace réservé du contenu 6">
            <a:extLst>
              <a:ext uri="{FF2B5EF4-FFF2-40B4-BE49-F238E27FC236}">
                <a16:creationId xmlns:a16="http://schemas.microsoft.com/office/drawing/2014/main" id="{165B5C2E-B47A-5D8B-E960-0BF6013AD413}"/>
              </a:ext>
            </a:extLst>
          </p:cNvPr>
          <p:cNvGraphicFramePr>
            <a:graphicFrameLocks noGrp="1"/>
          </p:cNvGraphicFramePr>
          <p:nvPr>
            <p:ph sz="quarter" idx="4"/>
            <p:extLst>
              <p:ext uri="{D42A27DB-BD31-4B8C-83A1-F6EECF244321}">
                <p14:modId xmlns:p14="http://schemas.microsoft.com/office/powerpoint/2010/main" val="2219211388"/>
              </p:ext>
            </p:extLst>
          </p:nvPr>
        </p:nvGraphicFramePr>
        <p:xfrm>
          <a:off x="6172200" y="2505075"/>
          <a:ext cx="5183187" cy="3484880"/>
        </p:xfrm>
        <a:graphic>
          <a:graphicData uri="http://schemas.openxmlformats.org/drawingml/2006/table">
            <a:tbl>
              <a:tblPr firstRow="1" bandRow="1">
                <a:tableStyleId>{5C22544A-7EE6-4342-B048-85BDC9FD1C3A}</a:tableStyleId>
              </a:tblPr>
              <a:tblGrid>
                <a:gridCol w="2260111">
                  <a:extLst>
                    <a:ext uri="{9D8B030D-6E8A-4147-A177-3AD203B41FA5}">
                      <a16:colId xmlns:a16="http://schemas.microsoft.com/office/drawing/2014/main" val="628839280"/>
                    </a:ext>
                  </a:extLst>
                </a:gridCol>
                <a:gridCol w="2923076">
                  <a:extLst>
                    <a:ext uri="{9D8B030D-6E8A-4147-A177-3AD203B41FA5}">
                      <a16:colId xmlns:a16="http://schemas.microsoft.com/office/drawing/2014/main" val="710201699"/>
                    </a:ext>
                  </a:extLst>
                </a:gridCol>
              </a:tblGrid>
              <a:tr h="370840">
                <a:tc>
                  <a:txBody>
                    <a:bodyPr/>
                    <a:lstStyle/>
                    <a:p>
                      <a:r>
                        <a:rPr lang="fr-BE" dirty="0"/>
                        <a:t>Directive</a:t>
                      </a:r>
                    </a:p>
                  </a:txBody>
                  <a:tcPr/>
                </a:tc>
                <a:tc>
                  <a:txBody>
                    <a:bodyPr/>
                    <a:lstStyle/>
                    <a:p>
                      <a:r>
                        <a:rPr lang="fr-BE" dirty="0"/>
                        <a:t>Explications</a:t>
                      </a:r>
                    </a:p>
                  </a:txBody>
                  <a:tcPr/>
                </a:tc>
                <a:extLst>
                  <a:ext uri="{0D108BD9-81ED-4DB2-BD59-A6C34878D82A}">
                    <a16:rowId xmlns:a16="http://schemas.microsoft.com/office/drawing/2014/main" val="4159588075"/>
                  </a:ext>
                </a:extLst>
              </a:tr>
              <a:tr h="370840">
                <a:tc>
                  <a:txBody>
                    <a:bodyPr/>
                    <a:lstStyle/>
                    <a:p>
                      <a:r>
                        <a:rPr lang="fr-BE" dirty="0" err="1"/>
                        <a:t>memory_limit</a:t>
                      </a:r>
                      <a:endParaRPr lang="fr-BE" dirty="0"/>
                    </a:p>
                  </a:txBody>
                  <a:tcPr/>
                </a:tc>
                <a:tc>
                  <a:txBody>
                    <a:bodyPr/>
                    <a:lstStyle/>
                    <a:p>
                      <a:r>
                        <a:rPr lang="fr-BE" sz="1200" dirty="0"/>
                        <a:t>Taille maximale de mémoire que PHP peut utiliser</a:t>
                      </a:r>
                    </a:p>
                  </a:txBody>
                  <a:tcPr/>
                </a:tc>
                <a:extLst>
                  <a:ext uri="{0D108BD9-81ED-4DB2-BD59-A6C34878D82A}">
                    <a16:rowId xmlns:a16="http://schemas.microsoft.com/office/drawing/2014/main" val="1566225705"/>
                  </a:ext>
                </a:extLst>
              </a:tr>
              <a:tr h="370840">
                <a:tc>
                  <a:txBody>
                    <a:bodyPr/>
                    <a:lstStyle/>
                    <a:p>
                      <a:r>
                        <a:rPr lang="fr-BE" dirty="0" err="1"/>
                        <a:t>max_execution_time</a:t>
                      </a:r>
                      <a:endParaRPr lang="fr-BE" dirty="0"/>
                    </a:p>
                  </a:txBody>
                  <a:tcPr/>
                </a:tc>
                <a:tc>
                  <a:txBody>
                    <a:bodyPr/>
                    <a:lstStyle/>
                    <a:p>
                      <a:r>
                        <a:rPr lang="fr-BE" sz="1200" dirty="0"/>
                        <a:t>Durée maximale (en secondes) pendant laquelle un script PHP peut s'exécuter</a:t>
                      </a:r>
                    </a:p>
                  </a:txBody>
                  <a:tcPr/>
                </a:tc>
                <a:extLst>
                  <a:ext uri="{0D108BD9-81ED-4DB2-BD59-A6C34878D82A}">
                    <a16:rowId xmlns:a16="http://schemas.microsoft.com/office/drawing/2014/main" val="3515157245"/>
                  </a:ext>
                </a:extLst>
              </a:tr>
              <a:tr h="370840">
                <a:tc>
                  <a:txBody>
                    <a:bodyPr/>
                    <a:lstStyle/>
                    <a:p>
                      <a:r>
                        <a:rPr lang="fr-BE" dirty="0" err="1"/>
                        <a:t>post_max_size</a:t>
                      </a:r>
                      <a:endParaRPr lang="fr-BE" dirty="0"/>
                    </a:p>
                  </a:txBody>
                  <a:tcPr/>
                </a:tc>
                <a:tc>
                  <a:txBody>
                    <a:bodyPr/>
                    <a:lstStyle/>
                    <a:p>
                      <a:r>
                        <a:rPr lang="fr-BE" sz="1200" dirty="0"/>
                        <a:t>Taille maximale des données POST que le serveur peut accepter</a:t>
                      </a:r>
                    </a:p>
                  </a:txBody>
                  <a:tcPr/>
                </a:tc>
                <a:extLst>
                  <a:ext uri="{0D108BD9-81ED-4DB2-BD59-A6C34878D82A}">
                    <a16:rowId xmlns:a16="http://schemas.microsoft.com/office/drawing/2014/main" val="3414791580"/>
                  </a:ext>
                </a:extLst>
              </a:tr>
              <a:tr h="370840">
                <a:tc>
                  <a:txBody>
                    <a:bodyPr/>
                    <a:lstStyle/>
                    <a:p>
                      <a:r>
                        <a:rPr lang="fr-BE" dirty="0" err="1"/>
                        <a:t>display_errors</a:t>
                      </a:r>
                      <a:r>
                        <a:rPr lang="fr-BE" dirty="0"/>
                        <a:t> </a:t>
                      </a:r>
                    </a:p>
                  </a:txBody>
                  <a:tcPr/>
                </a:tc>
                <a:tc>
                  <a:txBody>
                    <a:bodyPr/>
                    <a:lstStyle/>
                    <a:p>
                      <a:r>
                        <a:rPr lang="fr-BE" sz="1200" dirty="0"/>
                        <a:t>Affiche les erreurs PHP directement dans la sortie HTML</a:t>
                      </a:r>
                    </a:p>
                  </a:txBody>
                  <a:tcPr/>
                </a:tc>
                <a:extLst>
                  <a:ext uri="{0D108BD9-81ED-4DB2-BD59-A6C34878D82A}">
                    <a16:rowId xmlns:a16="http://schemas.microsoft.com/office/drawing/2014/main" val="1490519958"/>
                  </a:ext>
                </a:extLst>
              </a:tr>
              <a:tr h="370840">
                <a:tc>
                  <a:txBody>
                    <a:bodyPr/>
                    <a:lstStyle/>
                    <a:p>
                      <a:r>
                        <a:rPr lang="fr-BE" dirty="0" err="1"/>
                        <a:t>open_basedir</a:t>
                      </a:r>
                      <a:endParaRPr lang="fr-BE" dirty="0"/>
                    </a:p>
                  </a:txBody>
                  <a:tcPr/>
                </a:tc>
                <a:tc>
                  <a:txBody>
                    <a:bodyPr/>
                    <a:lstStyle/>
                    <a:p>
                      <a:r>
                        <a:rPr lang="fr-BE" sz="1200" dirty="0"/>
                        <a:t>Restriction d'accès aux répertoires et fichiers</a:t>
                      </a:r>
                    </a:p>
                  </a:txBody>
                  <a:tcPr/>
                </a:tc>
                <a:extLst>
                  <a:ext uri="{0D108BD9-81ED-4DB2-BD59-A6C34878D82A}">
                    <a16:rowId xmlns:a16="http://schemas.microsoft.com/office/drawing/2014/main" val="3482617524"/>
                  </a:ext>
                </a:extLst>
              </a:tr>
              <a:tr h="370840">
                <a:tc>
                  <a:txBody>
                    <a:bodyPr/>
                    <a:lstStyle/>
                    <a:p>
                      <a:r>
                        <a:rPr lang="fr-BE" dirty="0" err="1"/>
                        <a:t>date.timezone</a:t>
                      </a:r>
                      <a:endParaRPr lang="fr-BE" dirty="0"/>
                    </a:p>
                  </a:txBody>
                  <a:tcPr/>
                </a:tc>
                <a:tc>
                  <a:txBody>
                    <a:bodyPr/>
                    <a:lstStyle/>
                    <a:p>
                      <a:r>
                        <a:rPr lang="fr-BE" sz="1200" dirty="0"/>
                        <a:t>Fuseau horaire par défaut </a:t>
                      </a:r>
                    </a:p>
                  </a:txBody>
                  <a:tcPr/>
                </a:tc>
                <a:extLst>
                  <a:ext uri="{0D108BD9-81ED-4DB2-BD59-A6C34878D82A}">
                    <a16:rowId xmlns:a16="http://schemas.microsoft.com/office/drawing/2014/main" val="1996297535"/>
                  </a:ext>
                </a:extLst>
              </a:tr>
              <a:tr h="370840">
                <a:tc>
                  <a:txBody>
                    <a:bodyPr/>
                    <a:lstStyle/>
                    <a:p>
                      <a:r>
                        <a:rPr lang="fr-BE" sz="1800" b="0" i="0" kern="1200" dirty="0" err="1">
                          <a:solidFill>
                            <a:schemeClr val="dk1"/>
                          </a:solidFill>
                          <a:effectLst/>
                          <a:latin typeface="+mn-lt"/>
                          <a:ea typeface="+mn-ea"/>
                          <a:cs typeface="+mn-cs"/>
                        </a:rPr>
                        <a:t>default_charset</a:t>
                      </a:r>
                      <a:endParaRPr lang="fr-BE" dirty="0"/>
                    </a:p>
                  </a:txBody>
                  <a:tcPr/>
                </a:tc>
                <a:tc>
                  <a:txBody>
                    <a:bodyPr/>
                    <a:lstStyle/>
                    <a:p>
                      <a:r>
                        <a:rPr lang="fr-BE" sz="1200" dirty="0"/>
                        <a:t>Encodage de caractères interne par défaut</a:t>
                      </a:r>
                    </a:p>
                  </a:txBody>
                  <a:tcPr/>
                </a:tc>
                <a:extLst>
                  <a:ext uri="{0D108BD9-81ED-4DB2-BD59-A6C34878D82A}">
                    <a16:rowId xmlns:a16="http://schemas.microsoft.com/office/drawing/2014/main" val="2526213074"/>
                  </a:ext>
                </a:extLst>
              </a:tr>
            </a:tbl>
          </a:graphicData>
        </a:graphic>
      </p:graphicFrame>
    </p:spTree>
    <p:extLst>
      <p:ext uri="{BB962C8B-B14F-4D97-AF65-F5344CB8AC3E}">
        <p14:creationId xmlns:p14="http://schemas.microsoft.com/office/powerpoint/2010/main" val="3566863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B554419-86DB-3B2D-A93C-5B862DEA8145}"/>
              </a:ext>
            </a:extLst>
          </p:cNvPr>
          <p:cNvSpPr>
            <a:spLocks noGrp="1"/>
          </p:cNvSpPr>
          <p:nvPr>
            <p:ph type="title"/>
          </p:nvPr>
        </p:nvSpPr>
        <p:spPr/>
        <p:txBody>
          <a:bodyPr/>
          <a:lstStyle/>
          <a:p>
            <a:pPr algn="ctr"/>
            <a:r>
              <a:rPr lang="fr-BE" dirty="0" err="1"/>
              <a:t>phpinfo</a:t>
            </a:r>
            <a:r>
              <a:rPr lang="fr-BE" dirty="0"/>
              <a:t>()</a:t>
            </a:r>
          </a:p>
        </p:txBody>
      </p:sp>
      <p:sp>
        <p:nvSpPr>
          <p:cNvPr id="5" name="Espace réservé du contenu 4">
            <a:extLst>
              <a:ext uri="{FF2B5EF4-FFF2-40B4-BE49-F238E27FC236}">
                <a16:creationId xmlns:a16="http://schemas.microsoft.com/office/drawing/2014/main" id="{BDE597AD-C011-BDB7-9EB5-7F4D0E7EF33D}"/>
              </a:ext>
            </a:extLst>
          </p:cNvPr>
          <p:cNvSpPr>
            <a:spLocks noGrp="1"/>
          </p:cNvSpPr>
          <p:nvPr>
            <p:ph sz="half" idx="1"/>
          </p:nvPr>
        </p:nvSpPr>
        <p:spPr/>
        <p:txBody>
          <a:bodyPr>
            <a:normAutofit fontScale="92500" lnSpcReduction="20000"/>
          </a:bodyPr>
          <a:lstStyle/>
          <a:p>
            <a:r>
              <a:rPr lang="fr-BE" dirty="0"/>
              <a:t>Fonction affichant de nombreuses infos de configuration.</a:t>
            </a:r>
          </a:p>
          <a:p>
            <a:r>
              <a:rPr lang="fr-BE" dirty="0"/>
              <a:t>Informations:</a:t>
            </a:r>
          </a:p>
          <a:p>
            <a:pPr lvl="1"/>
            <a:r>
              <a:rPr lang="fr-BE" dirty="0"/>
              <a:t>PHP version</a:t>
            </a:r>
          </a:p>
          <a:p>
            <a:pPr lvl="1"/>
            <a:r>
              <a:rPr lang="fr-BE" dirty="0"/>
              <a:t>Informations système</a:t>
            </a:r>
          </a:p>
          <a:p>
            <a:pPr lvl="1"/>
            <a:r>
              <a:rPr lang="fr-BE" dirty="0"/>
              <a:t>Fichiers de configuration</a:t>
            </a:r>
          </a:p>
          <a:p>
            <a:pPr lvl="1"/>
            <a:r>
              <a:rPr lang="fr-BE" dirty="0" err="1"/>
              <a:t>Core</a:t>
            </a:r>
            <a:r>
              <a:rPr lang="fr-BE" dirty="0"/>
              <a:t> config</a:t>
            </a:r>
          </a:p>
          <a:p>
            <a:pPr lvl="1"/>
            <a:r>
              <a:rPr lang="fr-BE" dirty="0"/>
              <a:t>Config des extensions chargées</a:t>
            </a:r>
          </a:p>
          <a:p>
            <a:r>
              <a:rPr lang="fr-BE" dirty="0"/>
              <a:t>A ne pas utiliser en prod!</a:t>
            </a:r>
          </a:p>
          <a:p>
            <a:r>
              <a:rPr lang="fr-BE" dirty="0"/>
              <a:t>Ressources:</a:t>
            </a:r>
          </a:p>
          <a:p>
            <a:pPr lvl="1"/>
            <a:r>
              <a:rPr lang="fr-BE" dirty="0">
                <a:hlinkClick r:id="rId2"/>
              </a:rPr>
              <a:t>PHP doc - </a:t>
            </a:r>
            <a:r>
              <a:rPr lang="fr-BE" dirty="0" err="1">
                <a:hlinkClick r:id="rId2"/>
              </a:rPr>
              <a:t>phpinfo</a:t>
            </a:r>
            <a:r>
              <a:rPr lang="fr-BE" dirty="0">
                <a:hlinkClick r:id="rId2"/>
              </a:rPr>
              <a:t>()</a:t>
            </a:r>
            <a:endParaRPr lang="fr-BE" dirty="0"/>
          </a:p>
        </p:txBody>
      </p:sp>
      <p:pic>
        <p:nvPicPr>
          <p:cNvPr id="1026" name="Picture 2" descr="How to check your PHP system with phpinfo">
            <a:extLst>
              <a:ext uri="{FF2B5EF4-FFF2-40B4-BE49-F238E27FC236}">
                <a16:creationId xmlns:a16="http://schemas.microsoft.com/office/drawing/2014/main" id="{BA5804E2-4736-F50A-9A5B-7D87127E998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2427923"/>
            <a:ext cx="5181600" cy="3146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319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CECF18-3E92-A34A-DFEE-CDC51A48491A}"/>
              </a:ext>
            </a:extLst>
          </p:cNvPr>
          <p:cNvSpPr>
            <a:spLocks noGrp="1"/>
          </p:cNvSpPr>
          <p:nvPr>
            <p:ph type="title"/>
          </p:nvPr>
        </p:nvSpPr>
        <p:spPr/>
        <p:txBody>
          <a:bodyPr/>
          <a:lstStyle/>
          <a:p>
            <a:r>
              <a:rPr lang="fr-BE" dirty="0"/>
              <a:t>Valeurs</a:t>
            </a:r>
          </a:p>
        </p:txBody>
      </p:sp>
      <p:sp>
        <p:nvSpPr>
          <p:cNvPr id="3" name="Espace réservé du texte 2">
            <a:extLst>
              <a:ext uri="{FF2B5EF4-FFF2-40B4-BE49-F238E27FC236}">
                <a16:creationId xmlns:a16="http://schemas.microsoft.com/office/drawing/2014/main" id="{8A57CD60-BD78-6A7D-775C-C2439E6C8668}"/>
              </a:ext>
            </a:extLst>
          </p:cNvPr>
          <p:cNvSpPr>
            <a:spLocks noGrp="1"/>
          </p:cNvSpPr>
          <p:nvPr>
            <p:ph type="body" idx="1"/>
          </p:nvPr>
        </p:nvSpPr>
        <p:spPr/>
        <p:txBody>
          <a:bodyPr/>
          <a:lstStyle/>
          <a:p>
            <a:endParaRPr lang="fr-BE" dirty="0"/>
          </a:p>
        </p:txBody>
      </p:sp>
    </p:spTree>
    <p:extLst>
      <p:ext uri="{BB962C8B-B14F-4D97-AF65-F5344CB8AC3E}">
        <p14:creationId xmlns:p14="http://schemas.microsoft.com/office/powerpoint/2010/main" val="1330714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C73C-7A71-E7B8-1C54-379BCDA800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7122FB-40B4-C3ED-A55F-414D330241D2}"/>
              </a:ext>
            </a:extLst>
          </p:cNvPr>
          <p:cNvSpPr>
            <a:spLocks noGrp="1"/>
          </p:cNvSpPr>
          <p:nvPr>
            <p:ph type="title"/>
          </p:nvPr>
        </p:nvSpPr>
        <p:spPr>
          <a:xfrm>
            <a:off x="838200" y="365125"/>
            <a:ext cx="10515600" cy="1325563"/>
          </a:xfrm>
        </p:spPr>
        <p:txBody>
          <a:bodyPr/>
          <a:lstStyle/>
          <a:p>
            <a:pPr algn="ctr"/>
            <a:r>
              <a:rPr lang="fr-BE" dirty="0"/>
              <a:t>Typage</a:t>
            </a:r>
          </a:p>
        </p:txBody>
      </p:sp>
      <p:sp>
        <p:nvSpPr>
          <p:cNvPr id="3" name="Espace réservé du contenu 2">
            <a:extLst>
              <a:ext uri="{FF2B5EF4-FFF2-40B4-BE49-F238E27FC236}">
                <a16:creationId xmlns:a16="http://schemas.microsoft.com/office/drawing/2014/main" id="{5EE74787-2A50-6F47-A3C0-8CE082C9A6F3}"/>
              </a:ext>
            </a:extLst>
          </p:cNvPr>
          <p:cNvSpPr>
            <a:spLocks noGrp="1"/>
          </p:cNvSpPr>
          <p:nvPr>
            <p:ph sz="half" idx="1"/>
          </p:nvPr>
        </p:nvSpPr>
        <p:spPr/>
        <p:txBody>
          <a:bodyPr>
            <a:normAutofit fontScale="55000" lnSpcReduction="20000"/>
          </a:bodyPr>
          <a:lstStyle/>
          <a:p>
            <a:r>
              <a:rPr lang="fr-BE" dirty="0"/>
              <a:t>PHP détermine le type d’une variable au moment de l’exécution, en fonction de la valeur qui lui est affectée, et non en fonction d’une déclaration préalable. Cela offre une grande flexibilité mais augmente le risque d’erreurs silencieuses.</a:t>
            </a:r>
          </a:p>
          <a:p>
            <a:r>
              <a:rPr lang="fr-BE" dirty="0"/>
              <a:t>Impacts:</a:t>
            </a:r>
          </a:p>
          <a:p>
            <a:pPr lvl="1"/>
            <a:r>
              <a:rPr lang="fr-BE" b="1" dirty="0"/>
              <a:t>Déclaration de type</a:t>
            </a:r>
            <a:r>
              <a:rPr lang="fr-BE" dirty="0"/>
              <a:t> (typage explicite) non obligatoire (mais possible sur les arguments, fonctions et propriétés).</a:t>
            </a:r>
          </a:p>
          <a:p>
            <a:pPr lvl="1"/>
            <a:r>
              <a:rPr lang="fr-BE" b="1" dirty="0"/>
              <a:t>Jonglage de type: </a:t>
            </a:r>
            <a:r>
              <a:rPr lang="fr-BE" dirty="0"/>
              <a:t>conversions implicites selon le contexte. A noter qu’il existe aussi un mode « strict » (conversion implicite interdite).</a:t>
            </a:r>
          </a:p>
          <a:p>
            <a:pPr lvl="1"/>
            <a:r>
              <a:rPr lang="fr-BE" dirty="0"/>
              <a:t>Pas de </a:t>
            </a:r>
            <a:r>
              <a:rPr lang="fr-BE" b="1" dirty="0"/>
              <a:t>sûreté de typage</a:t>
            </a:r>
            <a:r>
              <a:rPr lang="fr-BE" dirty="0"/>
              <a:t>: une même variable peut successivement contenir des valeurs de différents types.</a:t>
            </a:r>
          </a:p>
          <a:p>
            <a:r>
              <a:rPr lang="fr-BE" b="1" dirty="0"/>
              <a:t>Casting: </a:t>
            </a:r>
            <a:r>
              <a:rPr lang="fr-BE" dirty="0"/>
              <a:t>conversion explicite de type.</a:t>
            </a:r>
          </a:p>
          <a:p>
            <a:r>
              <a:rPr lang="fr-BE" dirty="0"/>
              <a:t>Ressources:</a:t>
            </a:r>
          </a:p>
          <a:p>
            <a:pPr lvl="1"/>
            <a:r>
              <a:rPr lang="fr-BE" dirty="0">
                <a:hlinkClick r:id="rId3"/>
              </a:rPr>
              <a:t>PHP doc - Système de type</a:t>
            </a:r>
            <a:endParaRPr lang="fr-BE" dirty="0"/>
          </a:p>
          <a:p>
            <a:pPr lvl="1"/>
            <a:r>
              <a:rPr lang="fr-BE" dirty="0">
                <a:hlinkClick r:id="rId4"/>
              </a:rPr>
              <a:t>PHP doc - Jonglage de type</a:t>
            </a:r>
            <a:endParaRPr lang="fr-BE" dirty="0"/>
          </a:p>
          <a:p>
            <a:pPr lvl="1"/>
            <a:r>
              <a:rPr lang="fr-BE" dirty="0">
                <a:hlinkClick r:id="rId5"/>
              </a:rPr>
              <a:t>PHP doc - </a:t>
            </a:r>
            <a:r>
              <a:rPr lang="fr-BE" dirty="0" err="1">
                <a:hlinkClick r:id="rId5"/>
              </a:rPr>
              <a:t>gettype</a:t>
            </a:r>
            <a:r>
              <a:rPr lang="fr-BE" dirty="0">
                <a:hlinkClick r:id="rId5"/>
              </a:rPr>
              <a:t>()</a:t>
            </a:r>
            <a:endParaRPr lang="fr-BE" dirty="0"/>
          </a:p>
        </p:txBody>
      </p:sp>
      <p:pic>
        <p:nvPicPr>
          <p:cNvPr id="5" name="Espace réservé du contenu 4" descr="Une image contenant texte, capture d’écran, Police&#10;&#10;Le contenu généré par l’IA peut être incorrect.">
            <a:extLst>
              <a:ext uri="{FF2B5EF4-FFF2-40B4-BE49-F238E27FC236}">
                <a16:creationId xmlns:a16="http://schemas.microsoft.com/office/drawing/2014/main" id="{6A7132EF-215A-7227-45EF-F8162A59A1D4}"/>
              </a:ext>
            </a:extLst>
          </p:cNvPr>
          <p:cNvPicPr>
            <a:picLocks noGrp="1" noChangeAspect="1"/>
          </p:cNvPicPr>
          <p:nvPr>
            <p:ph sz="half" idx="2"/>
          </p:nvPr>
        </p:nvPicPr>
        <p:blipFill>
          <a:blip r:embed="rId6"/>
          <a:stretch>
            <a:fillRect/>
          </a:stretch>
        </p:blipFill>
        <p:spPr>
          <a:xfrm>
            <a:off x="6172200" y="2833283"/>
            <a:ext cx="5181600" cy="2336021"/>
          </a:xfrm>
          <a:prstGeom prst="rect">
            <a:avLst/>
          </a:prstGeom>
        </p:spPr>
      </p:pic>
    </p:spTree>
    <p:extLst>
      <p:ext uri="{BB962C8B-B14F-4D97-AF65-F5344CB8AC3E}">
        <p14:creationId xmlns:p14="http://schemas.microsoft.com/office/powerpoint/2010/main" val="3159636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549DA65E-812F-A4F6-6E51-54E744E809EC}"/>
              </a:ext>
            </a:extLst>
          </p:cNvPr>
          <p:cNvSpPr>
            <a:spLocks noGrp="1"/>
          </p:cNvSpPr>
          <p:nvPr>
            <p:ph type="title"/>
          </p:nvPr>
        </p:nvSpPr>
        <p:spPr/>
        <p:txBody>
          <a:bodyPr/>
          <a:lstStyle/>
          <a:p>
            <a:pPr algn="ctr"/>
            <a:r>
              <a:rPr lang="fr-BE" dirty="0"/>
              <a:t>Types</a:t>
            </a:r>
          </a:p>
        </p:txBody>
      </p:sp>
      <p:sp>
        <p:nvSpPr>
          <p:cNvPr id="8" name="Espace réservé du texte 7">
            <a:extLst>
              <a:ext uri="{FF2B5EF4-FFF2-40B4-BE49-F238E27FC236}">
                <a16:creationId xmlns:a16="http://schemas.microsoft.com/office/drawing/2014/main" id="{90D4C12B-B72C-AFE4-DB12-8AA89A95D324}"/>
              </a:ext>
            </a:extLst>
          </p:cNvPr>
          <p:cNvSpPr>
            <a:spLocks noGrp="1"/>
          </p:cNvSpPr>
          <p:nvPr>
            <p:ph type="body" idx="1"/>
          </p:nvPr>
        </p:nvSpPr>
        <p:spPr/>
        <p:txBody>
          <a:bodyPr/>
          <a:lstStyle/>
          <a:p>
            <a:pPr algn="ctr"/>
            <a:r>
              <a:rPr lang="fr-BE" dirty="0"/>
              <a:t>Scalaires</a:t>
            </a:r>
          </a:p>
          <a:p>
            <a:pPr algn="ctr"/>
            <a:endParaRPr lang="fr-BE" dirty="0"/>
          </a:p>
        </p:txBody>
      </p:sp>
      <p:graphicFrame>
        <p:nvGraphicFramePr>
          <p:cNvPr id="5" name="Espace réservé du contenu 4">
            <a:extLst>
              <a:ext uri="{FF2B5EF4-FFF2-40B4-BE49-F238E27FC236}">
                <a16:creationId xmlns:a16="http://schemas.microsoft.com/office/drawing/2014/main" id="{147C3FD0-02DB-78E0-9702-6A7244C2E9A5}"/>
              </a:ext>
            </a:extLst>
          </p:cNvPr>
          <p:cNvGraphicFramePr>
            <a:graphicFrameLocks noGrp="1"/>
          </p:cNvGraphicFramePr>
          <p:nvPr>
            <p:ph sz="half" idx="2"/>
            <p:extLst>
              <p:ext uri="{D42A27DB-BD31-4B8C-83A1-F6EECF244321}">
                <p14:modId xmlns:p14="http://schemas.microsoft.com/office/powerpoint/2010/main" val="2574448399"/>
              </p:ext>
            </p:extLst>
          </p:nvPr>
        </p:nvGraphicFramePr>
        <p:xfrm>
          <a:off x="839788" y="2505075"/>
          <a:ext cx="5157786" cy="3479800"/>
        </p:xfrm>
        <a:graphic>
          <a:graphicData uri="http://schemas.openxmlformats.org/drawingml/2006/table">
            <a:tbl>
              <a:tblPr firstRow="1" bandRow="1">
                <a:tableStyleId>{5C22544A-7EE6-4342-B048-85BDC9FD1C3A}</a:tableStyleId>
              </a:tblPr>
              <a:tblGrid>
                <a:gridCol w="1435326">
                  <a:extLst>
                    <a:ext uri="{9D8B030D-6E8A-4147-A177-3AD203B41FA5}">
                      <a16:colId xmlns:a16="http://schemas.microsoft.com/office/drawing/2014/main" val="469760477"/>
                    </a:ext>
                  </a:extLst>
                </a:gridCol>
                <a:gridCol w="2003198">
                  <a:extLst>
                    <a:ext uri="{9D8B030D-6E8A-4147-A177-3AD203B41FA5}">
                      <a16:colId xmlns:a16="http://schemas.microsoft.com/office/drawing/2014/main" val="2845351223"/>
                    </a:ext>
                  </a:extLst>
                </a:gridCol>
                <a:gridCol w="1719262">
                  <a:extLst>
                    <a:ext uri="{9D8B030D-6E8A-4147-A177-3AD203B41FA5}">
                      <a16:colId xmlns:a16="http://schemas.microsoft.com/office/drawing/2014/main" val="1180968261"/>
                    </a:ext>
                  </a:extLst>
                </a:gridCol>
              </a:tblGrid>
              <a:tr h="370840">
                <a:tc>
                  <a:txBody>
                    <a:bodyPr/>
                    <a:lstStyle/>
                    <a:p>
                      <a:pPr algn="ctr"/>
                      <a:r>
                        <a:rPr lang="fr-BE" dirty="0"/>
                        <a:t>Type</a:t>
                      </a:r>
                    </a:p>
                  </a:txBody>
                  <a:tcPr/>
                </a:tc>
                <a:tc>
                  <a:txBody>
                    <a:bodyPr/>
                    <a:lstStyle/>
                    <a:p>
                      <a:pPr algn="ctr"/>
                      <a:r>
                        <a:rPr lang="fr-BE" dirty="0"/>
                        <a:t>Détection</a:t>
                      </a:r>
                    </a:p>
                  </a:txBody>
                  <a:tcPr/>
                </a:tc>
                <a:tc>
                  <a:txBody>
                    <a:bodyPr/>
                    <a:lstStyle/>
                    <a:p>
                      <a:pPr algn="ctr"/>
                      <a:r>
                        <a:rPr lang="fr-BE" dirty="0"/>
                        <a:t>Casting</a:t>
                      </a:r>
                    </a:p>
                  </a:txBody>
                  <a:tcPr/>
                </a:tc>
                <a:extLst>
                  <a:ext uri="{0D108BD9-81ED-4DB2-BD59-A6C34878D82A}">
                    <a16:rowId xmlns:a16="http://schemas.microsoft.com/office/drawing/2014/main" val="1495559137"/>
                  </a:ext>
                </a:extLst>
              </a:tr>
              <a:tr h="370840">
                <a:tc>
                  <a:txBody>
                    <a:bodyPr/>
                    <a:lstStyle/>
                    <a:p>
                      <a:r>
                        <a:rPr lang="fr-BE" dirty="0" err="1"/>
                        <a:t>int</a:t>
                      </a:r>
                      <a:endParaRPr lang="fr-BE" dirty="0"/>
                    </a:p>
                  </a:txBody>
                  <a:tcPr/>
                </a:tc>
                <a:tc>
                  <a:txBody>
                    <a:bodyPr/>
                    <a:lstStyle/>
                    <a:p>
                      <a:r>
                        <a:rPr lang="fr-BE" dirty="0" err="1"/>
                        <a:t>is_int</a:t>
                      </a:r>
                      <a:r>
                        <a:rPr lang="fr-BE" dirty="0"/>
                        <a:t>($v)</a:t>
                      </a:r>
                    </a:p>
                    <a:p>
                      <a:pPr marL="0" marR="0" lvl="0" indent="0" algn="l" defTabSz="914400" rtl="0" eaLnBrk="1" fontAlgn="auto" latinLnBrk="0" hangingPunct="1">
                        <a:lnSpc>
                          <a:spcPct val="100000"/>
                        </a:lnSpc>
                        <a:spcBef>
                          <a:spcPts val="0"/>
                        </a:spcBef>
                        <a:spcAft>
                          <a:spcPts val="0"/>
                        </a:spcAft>
                        <a:buClrTx/>
                        <a:buSzTx/>
                        <a:buFontTx/>
                        <a:buNone/>
                        <a:tabLst/>
                        <a:defRPr/>
                      </a:pPr>
                      <a:r>
                        <a:rPr lang="fr-BE" dirty="0" err="1"/>
                        <a:t>is_numeric</a:t>
                      </a:r>
                      <a:r>
                        <a:rPr lang="fr-BE" dirty="0"/>
                        <a:t>($v)</a:t>
                      </a:r>
                    </a:p>
                    <a:p>
                      <a:r>
                        <a:rPr lang="fr-BE" dirty="0" err="1"/>
                        <a:t>is_scalar</a:t>
                      </a:r>
                      <a:r>
                        <a:rPr lang="fr-BE" dirty="0"/>
                        <a:t>($v)</a:t>
                      </a:r>
                    </a:p>
                  </a:txBody>
                  <a:tcPr/>
                </a:tc>
                <a:tc>
                  <a:txBody>
                    <a:bodyPr/>
                    <a:lstStyle/>
                    <a:p>
                      <a:r>
                        <a:rPr lang="fr-BE" dirty="0"/>
                        <a:t>(</a:t>
                      </a:r>
                      <a:r>
                        <a:rPr lang="fr-BE" dirty="0" err="1"/>
                        <a:t>int</a:t>
                      </a:r>
                      <a:r>
                        <a:rPr lang="fr-BE" dirty="0"/>
                        <a:t>) $v</a:t>
                      </a:r>
                    </a:p>
                    <a:p>
                      <a:r>
                        <a:rPr lang="fr-BE" dirty="0" err="1"/>
                        <a:t>intval</a:t>
                      </a:r>
                      <a:r>
                        <a:rPr lang="fr-BE" dirty="0"/>
                        <a:t>($v)</a:t>
                      </a:r>
                    </a:p>
                  </a:txBody>
                  <a:tcPr/>
                </a:tc>
                <a:extLst>
                  <a:ext uri="{0D108BD9-81ED-4DB2-BD59-A6C34878D82A}">
                    <a16:rowId xmlns:a16="http://schemas.microsoft.com/office/drawing/2014/main" val="2652573854"/>
                  </a:ext>
                </a:extLst>
              </a:tr>
              <a:tr h="370840">
                <a:tc>
                  <a:txBody>
                    <a:bodyPr/>
                    <a:lstStyle/>
                    <a:p>
                      <a:r>
                        <a:rPr lang="fr-BE" dirty="0" err="1"/>
                        <a:t>float</a:t>
                      </a:r>
                      <a:endParaRPr lang="fr-BE" dirty="0"/>
                    </a:p>
                  </a:txBody>
                  <a:tcPr/>
                </a:tc>
                <a:tc>
                  <a:txBody>
                    <a:bodyPr/>
                    <a:lstStyle/>
                    <a:p>
                      <a:r>
                        <a:rPr lang="fr-BE" dirty="0" err="1"/>
                        <a:t>is_float</a:t>
                      </a:r>
                      <a:r>
                        <a:rPr lang="fr-BE" dirty="0"/>
                        <a:t>($v)</a:t>
                      </a:r>
                    </a:p>
                    <a:p>
                      <a:r>
                        <a:rPr lang="fr-BE" dirty="0" err="1"/>
                        <a:t>is_numeric</a:t>
                      </a:r>
                      <a:r>
                        <a:rPr lang="fr-BE" dirty="0"/>
                        <a:t>($v)</a:t>
                      </a:r>
                    </a:p>
                    <a:p>
                      <a:r>
                        <a:rPr lang="fr-BE" dirty="0" err="1"/>
                        <a:t>is_scalar</a:t>
                      </a:r>
                      <a:r>
                        <a:rPr lang="fr-BE" dirty="0"/>
                        <a:t>($v)</a:t>
                      </a:r>
                    </a:p>
                  </a:txBody>
                  <a:tcPr/>
                </a:tc>
                <a:tc>
                  <a:txBody>
                    <a:bodyPr/>
                    <a:lstStyle/>
                    <a:p>
                      <a:r>
                        <a:rPr lang="fr-BE" dirty="0"/>
                        <a:t>(</a:t>
                      </a:r>
                      <a:r>
                        <a:rPr lang="fr-BE" dirty="0" err="1"/>
                        <a:t>float</a:t>
                      </a:r>
                      <a:r>
                        <a:rPr lang="fr-BE" dirty="0"/>
                        <a:t>) $v</a:t>
                      </a:r>
                    </a:p>
                    <a:p>
                      <a:r>
                        <a:rPr lang="fr-BE" dirty="0" err="1"/>
                        <a:t>floatval</a:t>
                      </a:r>
                      <a:r>
                        <a:rPr lang="fr-BE" dirty="0"/>
                        <a:t>($v)</a:t>
                      </a:r>
                    </a:p>
                  </a:txBody>
                  <a:tcPr/>
                </a:tc>
                <a:extLst>
                  <a:ext uri="{0D108BD9-81ED-4DB2-BD59-A6C34878D82A}">
                    <a16:rowId xmlns:a16="http://schemas.microsoft.com/office/drawing/2014/main" val="3339527436"/>
                  </a:ext>
                </a:extLst>
              </a:tr>
              <a:tr h="370840">
                <a:tc>
                  <a:txBody>
                    <a:bodyPr/>
                    <a:lstStyle/>
                    <a:p>
                      <a:r>
                        <a:rPr lang="fr-BE" dirty="0"/>
                        <a:t>string</a:t>
                      </a:r>
                    </a:p>
                  </a:txBody>
                  <a:tcPr/>
                </a:tc>
                <a:tc>
                  <a:txBody>
                    <a:bodyPr/>
                    <a:lstStyle/>
                    <a:p>
                      <a:r>
                        <a:rPr lang="fr-BE" dirty="0" err="1"/>
                        <a:t>is_string</a:t>
                      </a:r>
                      <a:r>
                        <a:rPr lang="fr-BE" dirty="0"/>
                        <a:t>($v)</a:t>
                      </a:r>
                    </a:p>
                    <a:p>
                      <a:r>
                        <a:rPr lang="fr-BE" dirty="0" err="1"/>
                        <a:t>is_scalar</a:t>
                      </a:r>
                      <a:r>
                        <a:rPr lang="fr-BE" dirty="0"/>
                        <a:t>($v)</a:t>
                      </a:r>
                    </a:p>
                  </a:txBody>
                  <a:tcPr/>
                </a:tc>
                <a:tc>
                  <a:txBody>
                    <a:bodyPr/>
                    <a:lstStyle/>
                    <a:p>
                      <a:r>
                        <a:rPr lang="fr-BE" dirty="0"/>
                        <a:t>(string) $v</a:t>
                      </a:r>
                    </a:p>
                    <a:p>
                      <a:r>
                        <a:rPr lang="fr-BE" dirty="0" err="1"/>
                        <a:t>strval</a:t>
                      </a:r>
                      <a:r>
                        <a:rPr lang="fr-BE" dirty="0"/>
                        <a:t>($v)</a:t>
                      </a:r>
                    </a:p>
                  </a:txBody>
                  <a:tcPr/>
                </a:tc>
                <a:extLst>
                  <a:ext uri="{0D108BD9-81ED-4DB2-BD59-A6C34878D82A}">
                    <a16:rowId xmlns:a16="http://schemas.microsoft.com/office/drawing/2014/main" val="850779571"/>
                  </a:ext>
                </a:extLst>
              </a:tr>
              <a:tr h="370840">
                <a:tc>
                  <a:txBody>
                    <a:bodyPr/>
                    <a:lstStyle/>
                    <a:p>
                      <a:r>
                        <a:rPr lang="fr-BE" dirty="0" err="1"/>
                        <a:t>bool</a:t>
                      </a:r>
                      <a:endParaRPr lang="fr-BE" dirty="0"/>
                    </a:p>
                  </a:txBody>
                  <a:tcPr/>
                </a:tc>
                <a:tc>
                  <a:txBody>
                    <a:bodyPr/>
                    <a:lstStyle/>
                    <a:p>
                      <a:r>
                        <a:rPr lang="fr-BE" dirty="0" err="1"/>
                        <a:t>is_bool</a:t>
                      </a:r>
                      <a:r>
                        <a:rPr lang="fr-BE" dirty="0"/>
                        <a:t>($v)</a:t>
                      </a:r>
                    </a:p>
                    <a:p>
                      <a:r>
                        <a:rPr lang="fr-BE" dirty="0" err="1"/>
                        <a:t>is_scalar</a:t>
                      </a:r>
                      <a:r>
                        <a:rPr lang="fr-BE" dirty="0"/>
                        <a:t>($v)</a:t>
                      </a:r>
                    </a:p>
                  </a:txBody>
                  <a:tcPr/>
                </a:tc>
                <a:tc>
                  <a:txBody>
                    <a:bodyPr/>
                    <a:lstStyle/>
                    <a:p>
                      <a:r>
                        <a:rPr lang="fr-BE" dirty="0"/>
                        <a:t>(</a:t>
                      </a:r>
                      <a:r>
                        <a:rPr lang="fr-BE" dirty="0" err="1"/>
                        <a:t>bool</a:t>
                      </a:r>
                      <a:r>
                        <a:rPr lang="fr-BE" dirty="0"/>
                        <a:t>) $v</a:t>
                      </a:r>
                    </a:p>
                    <a:p>
                      <a:r>
                        <a:rPr lang="fr-BE" dirty="0" err="1"/>
                        <a:t>boolval</a:t>
                      </a:r>
                      <a:r>
                        <a:rPr lang="fr-BE" dirty="0"/>
                        <a:t>($v)</a:t>
                      </a:r>
                    </a:p>
                  </a:txBody>
                  <a:tcPr/>
                </a:tc>
                <a:extLst>
                  <a:ext uri="{0D108BD9-81ED-4DB2-BD59-A6C34878D82A}">
                    <a16:rowId xmlns:a16="http://schemas.microsoft.com/office/drawing/2014/main" val="3249107418"/>
                  </a:ext>
                </a:extLst>
              </a:tr>
            </a:tbl>
          </a:graphicData>
        </a:graphic>
      </p:graphicFrame>
      <p:sp>
        <p:nvSpPr>
          <p:cNvPr id="9" name="Espace réservé du texte 8">
            <a:extLst>
              <a:ext uri="{FF2B5EF4-FFF2-40B4-BE49-F238E27FC236}">
                <a16:creationId xmlns:a16="http://schemas.microsoft.com/office/drawing/2014/main" id="{B5EB40D8-F55F-E2D0-B8DA-0BEBBF66CAA1}"/>
              </a:ext>
            </a:extLst>
          </p:cNvPr>
          <p:cNvSpPr>
            <a:spLocks noGrp="1"/>
          </p:cNvSpPr>
          <p:nvPr>
            <p:ph type="body" sz="quarter" idx="3"/>
          </p:nvPr>
        </p:nvSpPr>
        <p:spPr/>
        <p:txBody>
          <a:bodyPr/>
          <a:lstStyle/>
          <a:p>
            <a:pPr algn="ctr"/>
            <a:r>
              <a:rPr lang="fr-BE" dirty="0"/>
              <a:t>Non scalaires</a:t>
            </a:r>
          </a:p>
          <a:p>
            <a:pPr algn="ctr"/>
            <a:endParaRPr lang="fr-BE" dirty="0"/>
          </a:p>
        </p:txBody>
      </p:sp>
      <p:graphicFrame>
        <p:nvGraphicFramePr>
          <p:cNvPr id="6" name="Espace réservé du contenu 5">
            <a:extLst>
              <a:ext uri="{FF2B5EF4-FFF2-40B4-BE49-F238E27FC236}">
                <a16:creationId xmlns:a16="http://schemas.microsoft.com/office/drawing/2014/main" id="{1B222A75-D2BA-63E7-657A-239827081A98}"/>
              </a:ext>
            </a:extLst>
          </p:cNvPr>
          <p:cNvGraphicFramePr>
            <a:graphicFrameLocks noGrp="1"/>
          </p:cNvGraphicFramePr>
          <p:nvPr>
            <p:ph sz="quarter" idx="4"/>
            <p:extLst>
              <p:ext uri="{D42A27DB-BD31-4B8C-83A1-F6EECF244321}">
                <p14:modId xmlns:p14="http://schemas.microsoft.com/office/powerpoint/2010/main" val="698141649"/>
              </p:ext>
            </p:extLst>
          </p:nvPr>
        </p:nvGraphicFramePr>
        <p:xfrm>
          <a:off x="6172200" y="2505075"/>
          <a:ext cx="5183187" cy="2225040"/>
        </p:xfrm>
        <a:graphic>
          <a:graphicData uri="http://schemas.openxmlformats.org/drawingml/2006/table">
            <a:tbl>
              <a:tblPr firstRow="1" bandRow="1">
                <a:tableStyleId>{5C22544A-7EE6-4342-B048-85BDC9FD1C3A}</a:tableStyleId>
              </a:tblPr>
              <a:tblGrid>
                <a:gridCol w="1469571">
                  <a:extLst>
                    <a:ext uri="{9D8B030D-6E8A-4147-A177-3AD203B41FA5}">
                      <a16:colId xmlns:a16="http://schemas.microsoft.com/office/drawing/2014/main" val="34565360"/>
                    </a:ext>
                  </a:extLst>
                </a:gridCol>
                <a:gridCol w="1985887">
                  <a:extLst>
                    <a:ext uri="{9D8B030D-6E8A-4147-A177-3AD203B41FA5}">
                      <a16:colId xmlns:a16="http://schemas.microsoft.com/office/drawing/2014/main" val="761112831"/>
                    </a:ext>
                  </a:extLst>
                </a:gridCol>
                <a:gridCol w="1727729">
                  <a:extLst>
                    <a:ext uri="{9D8B030D-6E8A-4147-A177-3AD203B41FA5}">
                      <a16:colId xmlns:a16="http://schemas.microsoft.com/office/drawing/2014/main" val="795074537"/>
                    </a:ext>
                  </a:extLst>
                </a:gridCol>
              </a:tblGrid>
              <a:tr h="370840">
                <a:tc>
                  <a:txBody>
                    <a:bodyPr/>
                    <a:lstStyle/>
                    <a:p>
                      <a:pPr algn="ctr"/>
                      <a:r>
                        <a:rPr lang="fr-BE" dirty="0"/>
                        <a:t>Type</a:t>
                      </a:r>
                    </a:p>
                  </a:txBody>
                  <a:tcPr/>
                </a:tc>
                <a:tc>
                  <a:txBody>
                    <a:bodyPr/>
                    <a:lstStyle/>
                    <a:p>
                      <a:pPr algn="ctr"/>
                      <a:r>
                        <a:rPr lang="fr-BE" dirty="0"/>
                        <a:t>Détection</a:t>
                      </a:r>
                    </a:p>
                  </a:txBody>
                  <a:tcPr/>
                </a:tc>
                <a:tc>
                  <a:txBody>
                    <a:bodyPr/>
                    <a:lstStyle/>
                    <a:p>
                      <a:pPr algn="ctr"/>
                      <a:r>
                        <a:rPr lang="fr-BE" dirty="0"/>
                        <a:t>Casting</a:t>
                      </a:r>
                    </a:p>
                  </a:txBody>
                  <a:tcPr/>
                </a:tc>
                <a:extLst>
                  <a:ext uri="{0D108BD9-81ED-4DB2-BD59-A6C34878D82A}">
                    <a16:rowId xmlns:a16="http://schemas.microsoft.com/office/drawing/2014/main" val="3696118170"/>
                  </a:ext>
                </a:extLst>
              </a:tr>
              <a:tr h="370840">
                <a:tc>
                  <a:txBody>
                    <a:bodyPr/>
                    <a:lstStyle/>
                    <a:p>
                      <a:r>
                        <a:rPr lang="fr-BE" dirty="0" err="1"/>
                        <a:t>array</a:t>
                      </a:r>
                      <a:endParaRPr lang="fr-BE" dirty="0"/>
                    </a:p>
                  </a:txBody>
                  <a:tcPr/>
                </a:tc>
                <a:tc>
                  <a:txBody>
                    <a:bodyPr/>
                    <a:lstStyle/>
                    <a:p>
                      <a:r>
                        <a:rPr lang="fr-BE" dirty="0" err="1"/>
                        <a:t>is_array</a:t>
                      </a:r>
                      <a:r>
                        <a:rPr lang="fr-BE" dirty="0"/>
                        <a:t>($v)</a:t>
                      </a:r>
                    </a:p>
                  </a:txBody>
                  <a:tcPr/>
                </a:tc>
                <a:tc>
                  <a:txBody>
                    <a:bodyPr/>
                    <a:lstStyle/>
                    <a:p>
                      <a:r>
                        <a:rPr lang="fr-BE" dirty="0"/>
                        <a:t>(</a:t>
                      </a:r>
                      <a:r>
                        <a:rPr lang="fr-BE" dirty="0" err="1"/>
                        <a:t>array</a:t>
                      </a:r>
                      <a:r>
                        <a:rPr lang="fr-BE" dirty="0"/>
                        <a:t>) $v</a:t>
                      </a:r>
                    </a:p>
                  </a:txBody>
                  <a:tcPr/>
                </a:tc>
                <a:extLst>
                  <a:ext uri="{0D108BD9-81ED-4DB2-BD59-A6C34878D82A}">
                    <a16:rowId xmlns:a16="http://schemas.microsoft.com/office/drawing/2014/main" val="506568727"/>
                  </a:ext>
                </a:extLst>
              </a:tr>
              <a:tr h="370840">
                <a:tc>
                  <a:txBody>
                    <a:bodyPr/>
                    <a:lstStyle/>
                    <a:p>
                      <a:r>
                        <a:rPr lang="fr-BE" dirty="0" err="1">
                          <a:solidFill>
                            <a:schemeClr val="bg1">
                              <a:lumMod val="65000"/>
                            </a:schemeClr>
                          </a:solidFill>
                        </a:rPr>
                        <a:t>object</a:t>
                      </a:r>
                      <a:endParaRPr lang="fr-BE" dirty="0">
                        <a:solidFill>
                          <a:schemeClr val="bg1">
                            <a:lumMod val="65000"/>
                          </a:schemeClr>
                        </a:solidFill>
                      </a:endParaRPr>
                    </a:p>
                  </a:txBody>
                  <a:tcPr/>
                </a:tc>
                <a:tc>
                  <a:txBody>
                    <a:bodyPr/>
                    <a:lstStyle/>
                    <a:p>
                      <a:r>
                        <a:rPr lang="fr-BE" dirty="0" err="1">
                          <a:solidFill>
                            <a:schemeClr val="bg1">
                              <a:lumMod val="65000"/>
                            </a:schemeClr>
                          </a:solidFill>
                        </a:rPr>
                        <a:t>is_object</a:t>
                      </a:r>
                      <a:r>
                        <a:rPr lang="fr-BE" dirty="0">
                          <a:solidFill>
                            <a:schemeClr val="bg1">
                              <a:lumMod val="65000"/>
                            </a:schemeClr>
                          </a:solidFill>
                        </a:rPr>
                        <a:t>($v)</a:t>
                      </a:r>
                    </a:p>
                  </a:txBody>
                  <a:tcPr/>
                </a:tc>
                <a:tc>
                  <a:txBody>
                    <a:bodyPr/>
                    <a:lstStyle/>
                    <a:p>
                      <a:r>
                        <a:rPr lang="fr-BE" dirty="0">
                          <a:solidFill>
                            <a:schemeClr val="bg1">
                              <a:lumMod val="50000"/>
                            </a:schemeClr>
                          </a:solidFill>
                        </a:rPr>
                        <a:t>(</a:t>
                      </a:r>
                      <a:r>
                        <a:rPr lang="fr-BE" dirty="0" err="1">
                          <a:solidFill>
                            <a:schemeClr val="bg1">
                              <a:lumMod val="65000"/>
                            </a:schemeClr>
                          </a:solidFill>
                        </a:rPr>
                        <a:t>object</a:t>
                      </a:r>
                      <a:r>
                        <a:rPr lang="fr-BE" dirty="0">
                          <a:solidFill>
                            <a:schemeClr val="bg1">
                              <a:lumMod val="65000"/>
                            </a:schemeClr>
                          </a:solidFill>
                        </a:rPr>
                        <a:t>) $v</a:t>
                      </a:r>
                    </a:p>
                  </a:txBody>
                  <a:tcPr/>
                </a:tc>
                <a:extLst>
                  <a:ext uri="{0D108BD9-81ED-4DB2-BD59-A6C34878D82A}">
                    <a16:rowId xmlns:a16="http://schemas.microsoft.com/office/drawing/2014/main" val="2599908695"/>
                  </a:ext>
                </a:extLst>
              </a:tr>
              <a:tr h="370840">
                <a:tc>
                  <a:txBody>
                    <a:bodyPr/>
                    <a:lstStyle/>
                    <a:p>
                      <a:r>
                        <a:rPr lang="fr-BE" dirty="0" err="1"/>
                        <a:t>null</a:t>
                      </a:r>
                      <a:endParaRPr lang="fr-BE" dirty="0"/>
                    </a:p>
                  </a:txBody>
                  <a:tcPr/>
                </a:tc>
                <a:tc>
                  <a:txBody>
                    <a:bodyPr/>
                    <a:lstStyle/>
                    <a:p>
                      <a:r>
                        <a:rPr lang="fr-BE" dirty="0" err="1"/>
                        <a:t>is_null</a:t>
                      </a:r>
                      <a:r>
                        <a:rPr lang="fr-BE" dirty="0"/>
                        <a:t>($v)</a:t>
                      </a:r>
                    </a:p>
                  </a:txBody>
                  <a:tcPr/>
                </a:tc>
                <a:tc>
                  <a:txBody>
                    <a:bodyPr/>
                    <a:lstStyle/>
                    <a:p>
                      <a:r>
                        <a:rPr lang="fr-BE" dirty="0"/>
                        <a:t>(</a:t>
                      </a:r>
                      <a:r>
                        <a:rPr lang="fr-BE" dirty="0" err="1"/>
                        <a:t>unset</a:t>
                      </a:r>
                      <a:r>
                        <a:rPr lang="fr-BE" dirty="0"/>
                        <a:t>) $v</a:t>
                      </a:r>
                    </a:p>
                  </a:txBody>
                  <a:tcPr/>
                </a:tc>
                <a:extLst>
                  <a:ext uri="{0D108BD9-81ED-4DB2-BD59-A6C34878D82A}">
                    <a16:rowId xmlns:a16="http://schemas.microsoft.com/office/drawing/2014/main" val="2742380445"/>
                  </a:ext>
                </a:extLst>
              </a:tr>
              <a:tr h="370840">
                <a:tc>
                  <a:txBody>
                    <a:bodyPr/>
                    <a:lstStyle/>
                    <a:p>
                      <a:r>
                        <a:rPr lang="fr-BE" dirty="0" err="1"/>
                        <a:t>resource</a:t>
                      </a:r>
                      <a:endParaRPr lang="fr-BE" dirty="0"/>
                    </a:p>
                  </a:txBody>
                  <a:tcPr/>
                </a:tc>
                <a:tc>
                  <a:txBody>
                    <a:bodyPr/>
                    <a:lstStyle/>
                    <a:p>
                      <a:r>
                        <a:rPr lang="fr-BE" dirty="0" err="1"/>
                        <a:t>is_resource</a:t>
                      </a:r>
                      <a:r>
                        <a:rPr lang="fr-BE" dirty="0"/>
                        <a:t>($v)</a:t>
                      </a:r>
                    </a:p>
                  </a:txBody>
                  <a:tcPr/>
                </a:tc>
                <a:tc>
                  <a:txBody>
                    <a:bodyPr/>
                    <a:lstStyle/>
                    <a:p>
                      <a:endParaRPr lang="fr-BE" dirty="0"/>
                    </a:p>
                  </a:txBody>
                  <a:tcPr/>
                </a:tc>
                <a:extLst>
                  <a:ext uri="{0D108BD9-81ED-4DB2-BD59-A6C34878D82A}">
                    <a16:rowId xmlns:a16="http://schemas.microsoft.com/office/drawing/2014/main" val="3734328040"/>
                  </a:ext>
                </a:extLst>
              </a:tr>
              <a:tr h="370840">
                <a:tc>
                  <a:txBody>
                    <a:bodyPr/>
                    <a:lstStyle/>
                    <a:p>
                      <a:r>
                        <a:rPr lang="fr-BE" dirty="0"/>
                        <a:t>…</a:t>
                      </a:r>
                    </a:p>
                  </a:txBody>
                  <a:tcPr/>
                </a:tc>
                <a:tc>
                  <a:txBody>
                    <a:bodyPr/>
                    <a:lstStyle/>
                    <a:p>
                      <a:endParaRPr lang="fr-BE" dirty="0"/>
                    </a:p>
                  </a:txBody>
                  <a:tcPr/>
                </a:tc>
                <a:tc>
                  <a:txBody>
                    <a:bodyPr/>
                    <a:lstStyle/>
                    <a:p>
                      <a:endParaRPr lang="fr-BE" dirty="0"/>
                    </a:p>
                  </a:txBody>
                  <a:tcPr/>
                </a:tc>
                <a:extLst>
                  <a:ext uri="{0D108BD9-81ED-4DB2-BD59-A6C34878D82A}">
                    <a16:rowId xmlns:a16="http://schemas.microsoft.com/office/drawing/2014/main" val="2329318696"/>
                  </a:ext>
                </a:extLst>
              </a:tr>
            </a:tbl>
          </a:graphicData>
        </a:graphic>
      </p:graphicFrame>
    </p:spTree>
    <p:extLst>
      <p:ext uri="{BB962C8B-B14F-4D97-AF65-F5344CB8AC3E}">
        <p14:creationId xmlns:p14="http://schemas.microsoft.com/office/powerpoint/2010/main" val="1613251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EE48A-66C6-6C7B-1FB1-74CA05DE3FA8}"/>
              </a:ext>
            </a:extLst>
          </p:cNvPr>
          <p:cNvSpPr>
            <a:spLocks noGrp="1"/>
          </p:cNvSpPr>
          <p:nvPr>
            <p:ph type="title"/>
          </p:nvPr>
        </p:nvSpPr>
        <p:spPr/>
        <p:txBody>
          <a:bodyPr/>
          <a:lstStyle/>
          <a:p>
            <a:pPr algn="ctr"/>
            <a:r>
              <a:rPr lang="fr-BE" dirty="0"/>
              <a:t>Nombre approché</a:t>
            </a:r>
          </a:p>
        </p:txBody>
      </p:sp>
      <p:pic>
        <p:nvPicPr>
          <p:cNvPr id="10" name="Espace réservé du contenu 9" descr="Une image contenant texte, capture d’écran, Police, logiciel&#10;&#10;Le contenu généré par l’IA peut être incorrect.">
            <a:extLst>
              <a:ext uri="{FF2B5EF4-FFF2-40B4-BE49-F238E27FC236}">
                <a16:creationId xmlns:a16="http://schemas.microsoft.com/office/drawing/2014/main" id="{29126301-DA0F-1066-CE7C-255D49C698A2}"/>
              </a:ext>
            </a:extLst>
          </p:cNvPr>
          <p:cNvPicPr>
            <a:picLocks noGrp="1" noChangeAspect="1"/>
          </p:cNvPicPr>
          <p:nvPr>
            <p:ph sz="half" idx="1"/>
          </p:nvPr>
        </p:nvPicPr>
        <p:blipFill>
          <a:blip r:embed="rId3"/>
          <a:stretch>
            <a:fillRect/>
          </a:stretch>
        </p:blipFill>
        <p:spPr>
          <a:xfrm>
            <a:off x="1639268" y="1825625"/>
            <a:ext cx="3579463" cy="4351338"/>
          </a:xfrm>
          <a:prstGeom prst="rect">
            <a:avLst/>
          </a:prstGeom>
        </p:spPr>
      </p:pic>
      <p:pic>
        <p:nvPicPr>
          <p:cNvPr id="26" name="Espace réservé du contenu 25" descr="Une image contenant texte, capture d’écran, Police&#10;&#10;Le contenu généré par l’IA peut être incorrect.">
            <a:extLst>
              <a:ext uri="{FF2B5EF4-FFF2-40B4-BE49-F238E27FC236}">
                <a16:creationId xmlns:a16="http://schemas.microsoft.com/office/drawing/2014/main" id="{BB6B102A-1DC9-A799-5246-534B30030180}"/>
              </a:ext>
            </a:extLst>
          </p:cNvPr>
          <p:cNvPicPr>
            <a:picLocks noGrp="1" noChangeAspect="1"/>
          </p:cNvPicPr>
          <p:nvPr>
            <p:ph sz="half" idx="2"/>
          </p:nvPr>
        </p:nvPicPr>
        <p:blipFill>
          <a:blip r:embed="rId4"/>
          <a:stretch>
            <a:fillRect/>
          </a:stretch>
        </p:blipFill>
        <p:spPr>
          <a:xfrm>
            <a:off x="6968501" y="1825625"/>
            <a:ext cx="3588997" cy="4351338"/>
          </a:xfrm>
          <a:prstGeom prst="rect">
            <a:avLst/>
          </a:prstGeom>
        </p:spPr>
      </p:pic>
    </p:spTree>
    <p:extLst>
      <p:ext uri="{BB962C8B-B14F-4D97-AF65-F5344CB8AC3E}">
        <p14:creationId xmlns:p14="http://schemas.microsoft.com/office/powerpoint/2010/main" val="1145103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AB417-7235-F6E4-8CCC-AA6EA7E6A8C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B060AF-2305-8CC2-CF3D-9C8E212204DA}"/>
              </a:ext>
            </a:extLst>
          </p:cNvPr>
          <p:cNvSpPr>
            <a:spLocks noGrp="1"/>
          </p:cNvSpPr>
          <p:nvPr>
            <p:ph type="title"/>
          </p:nvPr>
        </p:nvSpPr>
        <p:spPr/>
        <p:txBody>
          <a:bodyPr/>
          <a:lstStyle/>
          <a:p>
            <a:pPr algn="ctr"/>
            <a:r>
              <a:rPr lang="fr-BE" dirty="0"/>
              <a:t>Conversion d’un nombre</a:t>
            </a:r>
          </a:p>
        </p:txBody>
      </p:sp>
      <p:sp>
        <p:nvSpPr>
          <p:cNvPr id="11" name="Espace réservé du texte 10">
            <a:extLst>
              <a:ext uri="{FF2B5EF4-FFF2-40B4-BE49-F238E27FC236}">
                <a16:creationId xmlns:a16="http://schemas.microsoft.com/office/drawing/2014/main" id="{A8329D34-F371-32CA-634E-1B8DC4A1DDF2}"/>
              </a:ext>
            </a:extLst>
          </p:cNvPr>
          <p:cNvSpPr>
            <a:spLocks noGrp="1"/>
          </p:cNvSpPr>
          <p:nvPr>
            <p:ph type="body" idx="1"/>
          </p:nvPr>
        </p:nvSpPr>
        <p:spPr/>
        <p:txBody>
          <a:bodyPr/>
          <a:lstStyle/>
          <a:p>
            <a:pPr algn="ctr"/>
            <a:r>
              <a:rPr lang="fr-BE" dirty="0" err="1"/>
              <a:t>numeric</a:t>
            </a:r>
            <a:r>
              <a:rPr lang="fr-BE" dirty="0"/>
              <a:t> </a:t>
            </a:r>
            <a:r>
              <a:rPr lang="fr-BE" dirty="0">
                <a:latin typeface="Arial" panose="020B0604020202020204" pitchFamily="34" charset="0"/>
                <a:cs typeface="Arial" panose="020B0604020202020204" pitchFamily="34" charset="0"/>
              </a:rPr>
              <a:t>→</a:t>
            </a:r>
            <a:r>
              <a:rPr lang="fr-BE" dirty="0"/>
              <a:t> string</a:t>
            </a:r>
          </a:p>
          <a:p>
            <a:pPr algn="ctr"/>
            <a:endParaRPr lang="fr-BE" dirty="0"/>
          </a:p>
        </p:txBody>
      </p:sp>
      <p:sp>
        <p:nvSpPr>
          <p:cNvPr id="12" name="Espace réservé du texte 11">
            <a:extLst>
              <a:ext uri="{FF2B5EF4-FFF2-40B4-BE49-F238E27FC236}">
                <a16:creationId xmlns:a16="http://schemas.microsoft.com/office/drawing/2014/main" id="{7DE0147C-6F21-537B-9B25-08FA17E17A96}"/>
              </a:ext>
            </a:extLst>
          </p:cNvPr>
          <p:cNvSpPr>
            <a:spLocks noGrp="1"/>
          </p:cNvSpPr>
          <p:nvPr>
            <p:ph type="body" sz="quarter" idx="3"/>
          </p:nvPr>
        </p:nvSpPr>
        <p:spPr/>
        <p:txBody>
          <a:bodyPr/>
          <a:lstStyle/>
          <a:p>
            <a:pPr algn="ctr"/>
            <a:r>
              <a:rPr lang="fr-BE" dirty="0"/>
              <a:t>string </a:t>
            </a:r>
            <a:r>
              <a:rPr lang="fr-BE" dirty="0">
                <a:latin typeface="Arial" panose="020B0604020202020204" pitchFamily="34" charset="0"/>
                <a:cs typeface="Arial" panose="020B0604020202020204" pitchFamily="34" charset="0"/>
              </a:rPr>
              <a:t>→</a:t>
            </a:r>
            <a:r>
              <a:rPr lang="fr-BE" dirty="0"/>
              <a:t> </a:t>
            </a:r>
            <a:r>
              <a:rPr lang="fr-BE" dirty="0" err="1"/>
              <a:t>numeric</a:t>
            </a:r>
            <a:endParaRPr lang="fr-BE" dirty="0"/>
          </a:p>
          <a:p>
            <a:pPr algn="ctr"/>
            <a:endParaRPr lang="fr-BE" dirty="0"/>
          </a:p>
        </p:txBody>
      </p:sp>
      <p:pic>
        <p:nvPicPr>
          <p:cNvPr id="15" name="Espace réservé du contenu 14" descr="Une image contenant texte, capture d’écran, Police, nombre&#10;&#10;Le contenu généré par l’IA peut être incorrect.">
            <a:extLst>
              <a:ext uri="{FF2B5EF4-FFF2-40B4-BE49-F238E27FC236}">
                <a16:creationId xmlns:a16="http://schemas.microsoft.com/office/drawing/2014/main" id="{22EB6BAE-FA03-F765-E0CE-878075AFF8E2}"/>
              </a:ext>
            </a:extLst>
          </p:cNvPr>
          <p:cNvPicPr>
            <a:picLocks noGrp="1" noChangeAspect="1"/>
          </p:cNvPicPr>
          <p:nvPr>
            <p:ph sz="quarter" idx="4"/>
          </p:nvPr>
        </p:nvPicPr>
        <p:blipFill>
          <a:blip r:embed="rId3"/>
          <a:stretch>
            <a:fillRect/>
          </a:stretch>
        </p:blipFill>
        <p:spPr>
          <a:xfrm>
            <a:off x="6172200" y="3628213"/>
            <a:ext cx="5183188" cy="1438312"/>
          </a:xfrm>
          <a:prstGeom prst="rect">
            <a:avLst/>
          </a:prstGeom>
        </p:spPr>
      </p:pic>
      <p:pic>
        <p:nvPicPr>
          <p:cNvPr id="13" name="Espace réservé du contenu 20" descr="Une image contenant texte, capture d’écran, Police&#10;&#10;Le contenu généré par l’IA peut être incorrect.">
            <a:extLst>
              <a:ext uri="{FF2B5EF4-FFF2-40B4-BE49-F238E27FC236}">
                <a16:creationId xmlns:a16="http://schemas.microsoft.com/office/drawing/2014/main" id="{56071174-02C6-2198-02E6-3B5318AB018A}"/>
              </a:ext>
            </a:extLst>
          </p:cNvPr>
          <p:cNvPicPr>
            <a:picLocks noGrp="1" noChangeAspect="1"/>
          </p:cNvPicPr>
          <p:nvPr>
            <p:ph sz="half" idx="2"/>
          </p:nvPr>
        </p:nvPicPr>
        <p:blipFill>
          <a:blip r:embed="rId4"/>
          <a:stretch>
            <a:fillRect/>
          </a:stretch>
        </p:blipFill>
        <p:spPr>
          <a:xfrm>
            <a:off x="839788" y="2909658"/>
            <a:ext cx="5157787" cy="2875421"/>
          </a:xfrm>
          <a:prstGeom prst="rect">
            <a:avLst/>
          </a:prstGeom>
        </p:spPr>
      </p:pic>
    </p:spTree>
    <p:extLst>
      <p:ext uri="{BB962C8B-B14F-4D97-AF65-F5344CB8AC3E}">
        <p14:creationId xmlns:p14="http://schemas.microsoft.com/office/powerpoint/2010/main" val="1678517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B5D3B5-4909-B124-02A4-00B3A1B062B4}"/>
              </a:ext>
            </a:extLst>
          </p:cNvPr>
          <p:cNvSpPr>
            <a:spLocks noGrp="1"/>
          </p:cNvSpPr>
          <p:nvPr>
            <p:ph type="title"/>
          </p:nvPr>
        </p:nvSpPr>
        <p:spPr/>
        <p:txBody>
          <a:bodyPr/>
          <a:lstStyle/>
          <a:p>
            <a:pPr algn="ctr"/>
            <a:r>
              <a:rPr lang="fr-BE" dirty="0" err="1"/>
              <a:t>Falsy</a:t>
            </a:r>
            <a:r>
              <a:rPr lang="fr-BE" dirty="0"/>
              <a:t> values</a:t>
            </a:r>
          </a:p>
        </p:txBody>
      </p:sp>
      <p:sp>
        <p:nvSpPr>
          <p:cNvPr id="4" name="Espace réservé du contenu 3">
            <a:extLst>
              <a:ext uri="{FF2B5EF4-FFF2-40B4-BE49-F238E27FC236}">
                <a16:creationId xmlns:a16="http://schemas.microsoft.com/office/drawing/2014/main" id="{5B8204F5-37EC-7239-2B7F-95A7675E58F9}"/>
              </a:ext>
            </a:extLst>
          </p:cNvPr>
          <p:cNvSpPr>
            <a:spLocks noGrp="1"/>
          </p:cNvSpPr>
          <p:nvPr>
            <p:ph sz="half" idx="1"/>
          </p:nvPr>
        </p:nvSpPr>
        <p:spPr/>
        <p:txBody>
          <a:bodyPr>
            <a:normAutofit fontScale="85000" lnSpcReduction="10000"/>
          </a:bodyPr>
          <a:lstStyle/>
          <a:p>
            <a:r>
              <a:rPr lang="fr-BE" dirty="0"/>
              <a:t>Valeurs non booléennes évaluées comme `false` dans un contexte booléen (càd lors de l’utilisation d’un opérateur logique).</a:t>
            </a:r>
          </a:p>
          <a:p>
            <a:r>
              <a:rPr lang="fr-BE" dirty="0"/>
              <a:t>Principales valeurs </a:t>
            </a:r>
            <a:r>
              <a:rPr lang="fr-BE" dirty="0" err="1"/>
              <a:t>falsy</a:t>
            </a:r>
            <a:r>
              <a:rPr lang="fr-BE" dirty="0"/>
              <a:t>:</a:t>
            </a:r>
          </a:p>
          <a:p>
            <a:pPr lvl="1"/>
            <a:r>
              <a:rPr lang="fr-BE" dirty="0"/>
              <a:t>  `false`</a:t>
            </a:r>
          </a:p>
          <a:p>
            <a:pPr lvl="1"/>
            <a:r>
              <a:rPr lang="fr-BE" dirty="0"/>
              <a:t>  `0` (entier) et `0.0` (</a:t>
            </a:r>
            <a:r>
              <a:rPr lang="fr-BE" dirty="0" err="1"/>
              <a:t>float</a:t>
            </a:r>
            <a:r>
              <a:rPr lang="fr-BE" dirty="0"/>
              <a:t>)</a:t>
            </a:r>
          </a:p>
          <a:p>
            <a:pPr lvl="1"/>
            <a:r>
              <a:rPr lang="fr-BE" dirty="0"/>
              <a:t>  `"0"` (chaîne avec le char 0)</a:t>
            </a:r>
          </a:p>
          <a:p>
            <a:pPr lvl="1"/>
            <a:r>
              <a:rPr lang="fr-BE" dirty="0"/>
              <a:t>  `""` (chaîne vide)</a:t>
            </a:r>
          </a:p>
          <a:p>
            <a:pPr lvl="1"/>
            <a:r>
              <a:rPr lang="fr-BE" dirty="0"/>
              <a:t>  `</a:t>
            </a:r>
            <a:r>
              <a:rPr lang="fr-BE" dirty="0" err="1"/>
              <a:t>null</a:t>
            </a:r>
            <a:r>
              <a:rPr lang="fr-BE" dirty="0"/>
              <a:t>`</a:t>
            </a:r>
          </a:p>
          <a:p>
            <a:pPr lvl="1"/>
            <a:r>
              <a:rPr lang="fr-BE" dirty="0"/>
              <a:t>  `[]` (tableau vide)</a:t>
            </a:r>
          </a:p>
          <a:p>
            <a:r>
              <a:rPr lang="fr-BE" dirty="0"/>
              <a:t>Ressources:</a:t>
            </a:r>
          </a:p>
          <a:p>
            <a:pPr lvl="1"/>
            <a:r>
              <a:rPr lang="fr-BE" dirty="0">
                <a:hlinkClick r:id="rId3"/>
              </a:rPr>
              <a:t>PHP doc - Boolean casting</a:t>
            </a:r>
            <a:endParaRPr lang="fr-BE" dirty="0"/>
          </a:p>
          <a:p>
            <a:pPr lvl="1"/>
            <a:endParaRPr lang="fr-BE" dirty="0"/>
          </a:p>
        </p:txBody>
      </p:sp>
      <p:pic>
        <p:nvPicPr>
          <p:cNvPr id="10" name="Espace réservé du contenu 9" descr="Une image contenant texte, capture d’écran, Police&#10;&#10;Le contenu généré par l’IA peut être incorrect.">
            <a:extLst>
              <a:ext uri="{FF2B5EF4-FFF2-40B4-BE49-F238E27FC236}">
                <a16:creationId xmlns:a16="http://schemas.microsoft.com/office/drawing/2014/main" id="{C8C605DA-43D3-5A12-9B1A-94FD895BB611}"/>
              </a:ext>
            </a:extLst>
          </p:cNvPr>
          <p:cNvPicPr>
            <a:picLocks noGrp="1" noChangeAspect="1"/>
          </p:cNvPicPr>
          <p:nvPr>
            <p:ph sz="half" idx="2"/>
          </p:nvPr>
        </p:nvPicPr>
        <p:blipFill>
          <a:blip r:embed="rId4"/>
          <a:stretch>
            <a:fillRect/>
          </a:stretch>
        </p:blipFill>
        <p:spPr>
          <a:xfrm>
            <a:off x="6429375" y="2653506"/>
            <a:ext cx="4667250" cy="2695575"/>
          </a:xfrm>
          <a:prstGeom prst="rect">
            <a:avLst/>
          </a:prstGeom>
        </p:spPr>
      </p:pic>
    </p:spTree>
    <p:extLst>
      <p:ext uri="{BB962C8B-B14F-4D97-AF65-F5344CB8AC3E}">
        <p14:creationId xmlns:p14="http://schemas.microsoft.com/office/powerpoint/2010/main" val="747548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0A523C-7050-D9F7-1820-7A700917343F}"/>
              </a:ext>
            </a:extLst>
          </p:cNvPr>
          <p:cNvSpPr>
            <a:spLocks noGrp="1"/>
          </p:cNvSpPr>
          <p:nvPr>
            <p:ph type="title"/>
          </p:nvPr>
        </p:nvSpPr>
        <p:spPr/>
        <p:txBody>
          <a:bodyPr/>
          <a:lstStyle/>
          <a:p>
            <a:pPr algn="ctr"/>
            <a:r>
              <a:rPr lang="fr-BE" dirty="0"/>
              <a:t>Opérateurs stricts</a:t>
            </a:r>
          </a:p>
        </p:txBody>
      </p:sp>
      <p:sp>
        <p:nvSpPr>
          <p:cNvPr id="3" name="Espace réservé du contenu 2">
            <a:extLst>
              <a:ext uri="{FF2B5EF4-FFF2-40B4-BE49-F238E27FC236}">
                <a16:creationId xmlns:a16="http://schemas.microsoft.com/office/drawing/2014/main" id="{2C4375AD-75C0-30F6-2BE1-90D506E314DB}"/>
              </a:ext>
            </a:extLst>
          </p:cNvPr>
          <p:cNvSpPr>
            <a:spLocks noGrp="1"/>
          </p:cNvSpPr>
          <p:nvPr>
            <p:ph sz="half" idx="1"/>
          </p:nvPr>
        </p:nvSpPr>
        <p:spPr/>
        <p:txBody>
          <a:bodyPr>
            <a:normAutofit/>
          </a:bodyPr>
          <a:lstStyle/>
          <a:p>
            <a:r>
              <a:rPr lang="fr-BE" dirty="0"/>
              <a:t>Comparaison stricte : </a:t>
            </a:r>
          </a:p>
          <a:p>
            <a:pPr lvl="1"/>
            <a:r>
              <a:rPr lang="fr-BE" dirty="0"/>
              <a:t>`===` et `!==`</a:t>
            </a:r>
          </a:p>
          <a:p>
            <a:pPr lvl="1"/>
            <a:r>
              <a:rPr lang="fr-BE" dirty="0"/>
              <a:t>Vérifient à la fois la valeur et le type.</a:t>
            </a:r>
          </a:p>
          <a:p>
            <a:r>
              <a:rPr lang="fr-BE" dirty="0"/>
              <a:t>Avantages : Réduit les comportements inattendus liés aux conversions implicites.</a:t>
            </a:r>
          </a:p>
          <a:p>
            <a:r>
              <a:rPr lang="fr-BE" dirty="0"/>
              <a:t>Ressources:</a:t>
            </a:r>
          </a:p>
          <a:p>
            <a:pPr lvl="1"/>
            <a:r>
              <a:rPr lang="fr-BE" dirty="0">
                <a:hlinkClick r:id="rId3"/>
              </a:rPr>
              <a:t>PHP doc - Comparaison</a:t>
            </a:r>
            <a:endParaRPr lang="fr-BE" dirty="0"/>
          </a:p>
        </p:txBody>
      </p:sp>
      <p:pic>
        <p:nvPicPr>
          <p:cNvPr id="10" name="Espace réservé du contenu 9" descr="Une image contenant texte, capture d’écran, Police&#10;&#10;Le contenu généré par l’IA peut être incorrect.">
            <a:extLst>
              <a:ext uri="{FF2B5EF4-FFF2-40B4-BE49-F238E27FC236}">
                <a16:creationId xmlns:a16="http://schemas.microsoft.com/office/drawing/2014/main" id="{04D21A22-36DC-2FE5-23B1-717421722028}"/>
              </a:ext>
            </a:extLst>
          </p:cNvPr>
          <p:cNvPicPr>
            <a:picLocks noGrp="1" noChangeAspect="1"/>
          </p:cNvPicPr>
          <p:nvPr>
            <p:ph sz="half" idx="2"/>
          </p:nvPr>
        </p:nvPicPr>
        <p:blipFill>
          <a:blip r:embed="rId4"/>
          <a:stretch>
            <a:fillRect/>
          </a:stretch>
        </p:blipFill>
        <p:spPr>
          <a:xfrm>
            <a:off x="6653212" y="2463006"/>
            <a:ext cx="4219575" cy="3076575"/>
          </a:xfrm>
          <a:prstGeom prst="rect">
            <a:avLst/>
          </a:prstGeom>
        </p:spPr>
      </p:pic>
    </p:spTree>
    <p:extLst>
      <p:ext uri="{BB962C8B-B14F-4D97-AF65-F5344CB8AC3E}">
        <p14:creationId xmlns:p14="http://schemas.microsoft.com/office/powerpoint/2010/main" val="826277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A57F68-0159-2383-8404-DF600B21DBFE}"/>
              </a:ext>
            </a:extLst>
          </p:cNvPr>
          <p:cNvSpPr>
            <a:spLocks noGrp="1"/>
          </p:cNvSpPr>
          <p:nvPr>
            <p:ph type="title"/>
          </p:nvPr>
        </p:nvSpPr>
        <p:spPr/>
        <p:txBody>
          <a:bodyPr/>
          <a:lstStyle/>
          <a:p>
            <a:pPr algn="ctr"/>
            <a:r>
              <a:rPr lang="fr-BE" dirty="0"/>
              <a:t>Strings</a:t>
            </a:r>
          </a:p>
        </p:txBody>
      </p:sp>
      <p:sp>
        <p:nvSpPr>
          <p:cNvPr id="5" name="Espace réservé du texte 4">
            <a:extLst>
              <a:ext uri="{FF2B5EF4-FFF2-40B4-BE49-F238E27FC236}">
                <a16:creationId xmlns:a16="http://schemas.microsoft.com/office/drawing/2014/main" id="{E4E66886-7887-55B6-E231-2883469CABA1}"/>
              </a:ext>
            </a:extLst>
          </p:cNvPr>
          <p:cNvSpPr>
            <a:spLocks noGrp="1"/>
          </p:cNvSpPr>
          <p:nvPr>
            <p:ph type="body" idx="1"/>
          </p:nvPr>
        </p:nvSpPr>
        <p:spPr/>
        <p:txBody>
          <a:bodyPr/>
          <a:lstStyle/>
          <a:p>
            <a:pPr algn="ctr"/>
            <a:r>
              <a:rPr lang="fr-BE" dirty="0"/>
              <a:t>Echappements</a:t>
            </a:r>
          </a:p>
          <a:p>
            <a:pPr algn="ctr"/>
            <a:endParaRPr lang="fr-BE" dirty="0"/>
          </a:p>
        </p:txBody>
      </p:sp>
      <p:graphicFrame>
        <p:nvGraphicFramePr>
          <p:cNvPr id="12" name="Espace réservé du contenu 11">
            <a:extLst>
              <a:ext uri="{FF2B5EF4-FFF2-40B4-BE49-F238E27FC236}">
                <a16:creationId xmlns:a16="http://schemas.microsoft.com/office/drawing/2014/main" id="{8B565A6F-A648-6B1B-23C3-54697AD67743}"/>
              </a:ext>
            </a:extLst>
          </p:cNvPr>
          <p:cNvGraphicFramePr>
            <a:graphicFrameLocks noGrp="1"/>
          </p:cNvGraphicFramePr>
          <p:nvPr>
            <p:ph sz="half" idx="2"/>
            <p:extLst>
              <p:ext uri="{D42A27DB-BD31-4B8C-83A1-F6EECF244321}">
                <p14:modId xmlns:p14="http://schemas.microsoft.com/office/powerpoint/2010/main" val="2001030285"/>
              </p:ext>
            </p:extLst>
          </p:nvPr>
        </p:nvGraphicFramePr>
        <p:xfrm>
          <a:off x="839788" y="2505075"/>
          <a:ext cx="5157786" cy="2494280"/>
        </p:xfrm>
        <a:graphic>
          <a:graphicData uri="http://schemas.openxmlformats.org/drawingml/2006/table">
            <a:tbl>
              <a:tblPr firstRow="1" bandRow="1">
                <a:tableStyleId>{5C22544A-7EE6-4342-B048-85BDC9FD1C3A}</a:tableStyleId>
              </a:tblPr>
              <a:tblGrid>
                <a:gridCol w="1315583">
                  <a:extLst>
                    <a:ext uri="{9D8B030D-6E8A-4147-A177-3AD203B41FA5}">
                      <a16:colId xmlns:a16="http://schemas.microsoft.com/office/drawing/2014/main" val="907914789"/>
                    </a:ext>
                  </a:extLst>
                </a:gridCol>
                <a:gridCol w="1349829">
                  <a:extLst>
                    <a:ext uri="{9D8B030D-6E8A-4147-A177-3AD203B41FA5}">
                      <a16:colId xmlns:a16="http://schemas.microsoft.com/office/drawing/2014/main" val="104267577"/>
                    </a:ext>
                  </a:extLst>
                </a:gridCol>
                <a:gridCol w="2492374">
                  <a:extLst>
                    <a:ext uri="{9D8B030D-6E8A-4147-A177-3AD203B41FA5}">
                      <a16:colId xmlns:a16="http://schemas.microsoft.com/office/drawing/2014/main" val="2174399968"/>
                    </a:ext>
                  </a:extLst>
                </a:gridCol>
              </a:tblGrid>
              <a:tr h="370840">
                <a:tc>
                  <a:txBody>
                    <a:bodyPr/>
                    <a:lstStyle/>
                    <a:p>
                      <a:r>
                        <a:rPr lang="fr-BE" dirty="0"/>
                        <a:t>Délimiteur</a:t>
                      </a:r>
                    </a:p>
                  </a:txBody>
                  <a:tcPr/>
                </a:tc>
                <a:tc>
                  <a:txBody>
                    <a:bodyPr/>
                    <a:lstStyle/>
                    <a:p>
                      <a:r>
                        <a:rPr lang="fr-BE" dirty="0"/>
                        <a:t>Séquence</a:t>
                      </a:r>
                    </a:p>
                  </a:txBody>
                  <a:tcPr/>
                </a:tc>
                <a:tc>
                  <a:txBody>
                    <a:bodyPr/>
                    <a:lstStyle/>
                    <a:p>
                      <a:r>
                        <a:rPr lang="fr-BE" dirty="0"/>
                        <a:t>Signification</a:t>
                      </a:r>
                    </a:p>
                  </a:txBody>
                  <a:tcPr/>
                </a:tc>
                <a:extLst>
                  <a:ext uri="{0D108BD9-81ED-4DB2-BD59-A6C34878D82A}">
                    <a16:rowId xmlns:a16="http://schemas.microsoft.com/office/drawing/2014/main" val="3037612263"/>
                  </a:ext>
                </a:extLst>
              </a:tr>
              <a:tr h="370840">
                <a:tc>
                  <a:txBody>
                    <a:bodyPr/>
                    <a:lstStyle/>
                    <a:p>
                      <a:r>
                        <a:rPr lang="fr-BE" dirty="0"/>
                        <a:t>'</a:t>
                      </a:r>
                    </a:p>
                  </a:txBody>
                  <a:tcPr/>
                </a:tc>
                <a:tc>
                  <a:txBody>
                    <a:bodyPr/>
                    <a:lstStyle/>
                    <a:p>
                      <a:r>
                        <a:rPr lang="fr-BE" dirty="0"/>
                        <a:t>\'</a:t>
                      </a:r>
                    </a:p>
                  </a:txBody>
                  <a:tcPr/>
                </a:tc>
                <a:tc>
                  <a:txBody>
                    <a:bodyPr/>
                    <a:lstStyle/>
                    <a:p>
                      <a:r>
                        <a:rPr lang="fr-BE" dirty="0"/>
                        <a:t>Délimiteur</a:t>
                      </a:r>
                    </a:p>
                  </a:txBody>
                  <a:tcPr/>
                </a:tc>
                <a:extLst>
                  <a:ext uri="{0D108BD9-81ED-4DB2-BD59-A6C34878D82A}">
                    <a16:rowId xmlns:a16="http://schemas.microsoft.com/office/drawing/2014/main" val="3042709120"/>
                  </a:ext>
                </a:extLst>
              </a:tr>
              <a:tr h="370840">
                <a:tc>
                  <a:txBody>
                    <a:bodyPr/>
                    <a:lstStyle/>
                    <a:p>
                      <a:r>
                        <a:rPr lang="fr-BE" dirty="0"/>
                        <a:t>"</a:t>
                      </a:r>
                    </a:p>
                  </a:txBody>
                  <a:tcPr/>
                </a:tc>
                <a:tc>
                  <a:txBody>
                    <a:bodyPr/>
                    <a:lstStyle/>
                    <a:p>
                      <a:r>
                        <a:rPr lang="fr-BE"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Délimiteur</a:t>
                      </a:r>
                    </a:p>
                  </a:txBody>
                  <a:tcPr/>
                </a:tc>
                <a:extLst>
                  <a:ext uri="{0D108BD9-81ED-4DB2-BD59-A6C34878D82A}">
                    <a16:rowId xmlns:a16="http://schemas.microsoft.com/office/drawing/2014/main" val="36502328"/>
                  </a:ext>
                </a:extLst>
              </a:tr>
              <a:tr h="370840">
                <a:tc>
                  <a:txBody>
                    <a:bodyPr/>
                    <a:lstStyle/>
                    <a:p>
                      <a:r>
                        <a:rPr lang="fr-BE" dirty="0"/>
                        <a:t>"</a:t>
                      </a:r>
                    </a:p>
                  </a:txBody>
                  <a:tcPr/>
                </a:tc>
                <a:tc>
                  <a:txBody>
                    <a:bodyPr/>
                    <a:lstStyle/>
                    <a:p>
                      <a:r>
                        <a:rPr lang="fr-BE" dirty="0"/>
                        <a:t>\$</a:t>
                      </a:r>
                    </a:p>
                  </a:txBody>
                  <a:tcPr/>
                </a:tc>
                <a:tc>
                  <a:txBody>
                    <a:bodyPr/>
                    <a:lstStyle/>
                    <a:p>
                      <a:r>
                        <a:rPr lang="fr-BE" dirty="0"/>
                        <a:t>Variable</a:t>
                      </a:r>
                    </a:p>
                  </a:txBody>
                  <a:tcPr/>
                </a:tc>
                <a:extLst>
                  <a:ext uri="{0D108BD9-81ED-4DB2-BD59-A6C34878D82A}">
                    <a16:rowId xmlns:a16="http://schemas.microsoft.com/office/drawing/2014/main" val="2769447464"/>
                  </a:ext>
                </a:extLst>
              </a:tr>
              <a:tr h="370840">
                <a:tc>
                  <a:txBody>
                    <a:bodyPr/>
                    <a:lstStyle/>
                    <a:p>
                      <a:r>
                        <a:rPr lang="fr-BE" dirty="0"/>
                        <a:t>"</a:t>
                      </a:r>
                    </a:p>
                  </a:txBody>
                  <a:tcPr/>
                </a:tc>
                <a:tc>
                  <a:txBody>
                    <a:bodyPr/>
                    <a:lstStyle/>
                    <a:p>
                      <a:r>
                        <a:rPr lang="fr-BE" dirty="0"/>
                        <a:t>\n</a:t>
                      </a:r>
                    </a:p>
                  </a:txBody>
                  <a:tcPr/>
                </a:tc>
                <a:tc>
                  <a:txBody>
                    <a:bodyPr/>
                    <a:lstStyle/>
                    <a:p>
                      <a:r>
                        <a:rPr lang="fr-BE" dirty="0"/>
                        <a:t>Saut de ligne</a:t>
                      </a:r>
                    </a:p>
                    <a:p>
                      <a:r>
                        <a:rPr lang="fr-BE" dirty="0"/>
                        <a:t>(cf. PHP_EOL)</a:t>
                      </a:r>
                    </a:p>
                  </a:txBody>
                  <a:tcPr/>
                </a:tc>
                <a:extLst>
                  <a:ext uri="{0D108BD9-81ED-4DB2-BD59-A6C34878D82A}">
                    <a16:rowId xmlns:a16="http://schemas.microsoft.com/office/drawing/2014/main" val="3105913687"/>
                  </a:ext>
                </a:extLst>
              </a:tr>
              <a:tr h="370840">
                <a:tc>
                  <a:txBody>
                    <a:bodyPr/>
                    <a:lstStyle/>
                    <a:p>
                      <a:r>
                        <a:rPr lang="fr-BE" dirty="0"/>
                        <a:t>' et "</a:t>
                      </a:r>
                    </a:p>
                  </a:txBody>
                  <a:tcPr/>
                </a:tc>
                <a:tc>
                  <a:txBody>
                    <a:bodyPr/>
                    <a:lstStyle/>
                    <a:p>
                      <a:r>
                        <a:rPr lang="fr-BE" dirty="0"/>
                        <a:t>\\</a:t>
                      </a:r>
                    </a:p>
                  </a:txBody>
                  <a:tcPr/>
                </a:tc>
                <a:tc>
                  <a:txBody>
                    <a:bodyPr/>
                    <a:lstStyle/>
                    <a:p>
                      <a:r>
                        <a:rPr lang="fr-BE" dirty="0"/>
                        <a:t>Antislash</a:t>
                      </a:r>
                    </a:p>
                  </a:txBody>
                  <a:tcPr/>
                </a:tc>
                <a:extLst>
                  <a:ext uri="{0D108BD9-81ED-4DB2-BD59-A6C34878D82A}">
                    <a16:rowId xmlns:a16="http://schemas.microsoft.com/office/drawing/2014/main" val="2480943790"/>
                  </a:ext>
                </a:extLst>
              </a:tr>
            </a:tbl>
          </a:graphicData>
        </a:graphic>
      </p:graphicFrame>
      <p:sp>
        <p:nvSpPr>
          <p:cNvPr id="7" name="Espace réservé du texte 6">
            <a:extLst>
              <a:ext uri="{FF2B5EF4-FFF2-40B4-BE49-F238E27FC236}">
                <a16:creationId xmlns:a16="http://schemas.microsoft.com/office/drawing/2014/main" id="{DA85D611-48A6-A1ED-6B41-CF49DA75D0B6}"/>
              </a:ext>
            </a:extLst>
          </p:cNvPr>
          <p:cNvSpPr>
            <a:spLocks noGrp="1"/>
          </p:cNvSpPr>
          <p:nvPr>
            <p:ph type="body" sz="quarter" idx="3"/>
          </p:nvPr>
        </p:nvSpPr>
        <p:spPr/>
        <p:txBody>
          <a:bodyPr/>
          <a:lstStyle/>
          <a:p>
            <a:pPr algn="ctr"/>
            <a:r>
              <a:rPr lang="fr-BE" dirty="0"/>
              <a:t>Interpolation de chaînes</a:t>
            </a:r>
          </a:p>
          <a:p>
            <a:pPr algn="ctr"/>
            <a:endParaRPr lang="fr-BE" dirty="0"/>
          </a:p>
        </p:txBody>
      </p:sp>
      <p:pic>
        <p:nvPicPr>
          <p:cNvPr id="11" name="Espace réservé du contenu 10" descr="Une image contenant texte, capture d’écran, Police&#10;&#10;Le contenu généré par l’IA peut être incorrect.">
            <a:extLst>
              <a:ext uri="{FF2B5EF4-FFF2-40B4-BE49-F238E27FC236}">
                <a16:creationId xmlns:a16="http://schemas.microsoft.com/office/drawing/2014/main" id="{EA7D6C12-D543-B41E-BA47-D45B900B44E7}"/>
              </a:ext>
            </a:extLst>
          </p:cNvPr>
          <p:cNvPicPr>
            <a:picLocks noGrp="1" noChangeAspect="1"/>
          </p:cNvPicPr>
          <p:nvPr>
            <p:ph sz="quarter" idx="4"/>
          </p:nvPr>
        </p:nvPicPr>
        <p:blipFill>
          <a:blip r:embed="rId3"/>
          <a:stretch>
            <a:fillRect/>
          </a:stretch>
        </p:blipFill>
        <p:spPr>
          <a:xfrm>
            <a:off x="6172200" y="3140083"/>
            <a:ext cx="5183188" cy="2414572"/>
          </a:xfrm>
          <a:prstGeom prst="rect">
            <a:avLst/>
          </a:prstGeom>
        </p:spPr>
      </p:pic>
      <p:sp>
        <p:nvSpPr>
          <p:cNvPr id="13" name="ZoneTexte 12">
            <a:extLst>
              <a:ext uri="{FF2B5EF4-FFF2-40B4-BE49-F238E27FC236}">
                <a16:creationId xmlns:a16="http://schemas.microsoft.com/office/drawing/2014/main" id="{A6B6B6AB-49F4-E2BF-873C-2138A3EB979D}"/>
              </a:ext>
            </a:extLst>
          </p:cNvPr>
          <p:cNvSpPr txBox="1"/>
          <p:nvPr/>
        </p:nvSpPr>
        <p:spPr>
          <a:xfrm>
            <a:off x="814386" y="5554655"/>
            <a:ext cx="5183188" cy="646331"/>
          </a:xfrm>
          <a:prstGeom prst="rect">
            <a:avLst/>
          </a:prstGeom>
          <a:noFill/>
        </p:spPr>
        <p:txBody>
          <a:bodyPr wrap="square" rtlCol="0">
            <a:spAutoFit/>
          </a:bodyPr>
          <a:lstStyle/>
          <a:p>
            <a:pPr marL="285750" indent="-285750">
              <a:buFont typeface="Arial" panose="020B0604020202020204" pitchFamily="34" charset="0"/>
              <a:buChar char="•"/>
            </a:pPr>
            <a:r>
              <a:rPr lang="fr-BE" dirty="0"/>
              <a:t>Ressources:</a:t>
            </a:r>
          </a:p>
          <a:p>
            <a:pPr marL="742950" lvl="1" indent="-285750">
              <a:buFont typeface="Arial" panose="020B0604020202020204" pitchFamily="34" charset="0"/>
              <a:buChar char="•"/>
            </a:pPr>
            <a:r>
              <a:rPr lang="fr-BE" dirty="0">
                <a:hlinkClick r:id="rId4"/>
              </a:rPr>
              <a:t>PHP doc - string</a:t>
            </a:r>
            <a:endParaRPr lang="fr-BE" dirty="0"/>
          </a:p>
        </p:txBody>
      </p:sp>
    </p:spTree>
    <p:extLst>
      <p:ext uri="{BB962C8B-B14F-4D97-AF65-F5344CB8AC3E}">
        <p14:creationId xmlns:p14="http://schemas.microsoft.com/office/powerpoint/2010/main" val="188402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125BB-55DD-4D41-D958-448C56AB5F8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5FEE3B-3BCA-863D-63FD-0150DEC82D73}"/>
              </a:ext>
            </a:extLst>
          </p:cNvPr>
          <p:cNvSpPr>
            <a:spLocks noGrp="1"/>
          </p:cNvSpPr>
          <p:nvPr>
            <p:ph type="title"/>
          </p:nvPr>
        </p:nvSpPr>
        <p:spPr/>
        <p:txBody>
          <a:bodyPr/>
          <a:lstStyle/>
          <a:p>
            <a:r>
              <a:rPr lang="fr-BE" dirty="0"/>
              <a:t>Variables et constantes</a:t>
            </a:r>
          </a:p>
        </p:txBody>
      </p:sp>
      <p:sp>
        <p:nvSpPr>
          <p:cNvPr id="3" name="Espace réservé du texte 2">
            <a:extLst>
              <a:ext uri="{FF2B5EF4-FFF2-40B4-BE49-F238E27FC236}">
                <a16:creationId xmlns:a16="http://schemas.microsoft.com/office/drawing/2014/main" id="{C5102FA3-888F-067F-D2AA-7B674D56F7B3}"/>
              </a:ext>
            </a:extLst>
          </p:cNvPr>
          <p:cNvSpPr>
            <a:spLocks noGrp="1"/>
          </p:cNvSpPr>
          <p:nvPr>
            <p:ph type="body" idx="1"/>
          </p:nvPr>
        </p:nvSpPr>
        <p:spPr/>
        <p:txBody>
          <a:bodyPr/>
          <a:lstStyle/>
          <a:p>
            <a:endParaRPr lang="fr-BE" dirty="0"/>
          </a:p>
        </p:txBody>
      </p:sp>
    </p:spTree>
    <p:extLst>
      <p:ext uri="{BB962C8B-B14F-4D97-AF65-F5344CB8AC3E}">
        <p14:creationId xmlns:p14="http://schemas.microsoft.com/office/powerpoint/2010/main" val="3668629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18B938-B5F1-2C33-6983-CEF2F7172706}"/>
              </a:ext>
            </a:extLst>
          </p:cNvPr>
          <p:cNvSpPr>
            <a:spLocks noGrp="1"/>
          </p:cNvSpPr>
          <p:nvPr>
            <p:ph type="title"/>
          </p:nvPr>
        </p:nvSpPr>
        <p:spPr/>
        <p:txBody>
          <a:bodyPr/>
          <a:lstStyle/>
          <a:p>
            <a:pPr algn="ctr"/>
            <a:r>
              <a:rPr lang="fr-BE" dirty="0"/>
              <a:t>Existence d’une variable</a:t>
            </a:r>
          </a:p>
        </p:txBody>
      </p:sp>
      <p:sp>
        <p:nvSpPr>
          <p:cNvPr id="3" name="Espace réservé du contenu 2">
            <a:extLst>
              <a:ext uri="{FF2B5EF4-FFF2-40B4-BE49-F238E27FC236}">
                <a16:creationId xmlns:a16="http://schemas.microsoft.com/office/drawing/2014/main" id="{1CA7322F-F10F-20C5-365A-0C03DFB859AA}"/>
              </a:ext>
            </a:extLst>
          </p:cNvPr>
          <p:cNvSpPr>
            <a:spLocks noGrp="1"/>
          </p:cNvSpPr>
          <p:nvPr>
            <p:ph sz="half" idx="1"/>
          </p:nvPr>
        </p:nvSpPr>
        <p:spPr/>
        <p:txBody>
          <a:bodyPr>
            <a:normAutofit fontScale="55000" lnSpcReduction="20000"/>
          </a:bodyPr>
          <a:lstStyle/>
          <a:p>
            <a:r>
              <a:rPr lang="fr-BE" dirty="0"/>
              <a:t>Objectif: s’assurer que les variables sont déclarées.</a:t>
            </a:r>
          </a:p>
          <a:p>
            <a:r>
              <a:rPr lang="fr-BE" dirty="0"/>
              <a:t>Syntaxe:</a:t>
            </a:r>
          </a:p>
          <a:p>
            <a:pPr lvl="1"/>
            <a:r>
              <a:rPr lang="fr-BE" dirty="0"/>
              <a:t>`</a:t>
            </a:r>
            <a:r>
              <a:rPr lang="fr-BE" dirty="0" err="1"/>
              <a:t>isset</a:t>
            </a:r>
            <a:r>
              <a:rPr lang="fr-BE" dirty="0"/>
              <a:t>($var)` :</a:t>
            </a:r>
          </a:p>
          <a:p>
            <a:pPr lvl="2"/>
            <a:r>
              <a:rPr lang="fr-BE" dirty="0"/>
              <a:t>Vérifie si une variable est définie et non nulle.</a:t>
            </a:r>
          </a:p>
          <a:p>
            <a:pPr lvl="2"/>
            <a:r>
              <a:rPr lang="fr-BE" dirty="0"/>
              <a:t>Retourne false si la variable n'existe pas ou si elle vaut `</a:t>
            </a:r>
            <a:r>
              <a:rPr lang="fr-BE" dirty="0" err="1"/>
              <a:t>null</a:t>
            </a:r>
            <a:r>
              <a:rPr lang="fr-BE" dirty="0"/>
              <a:t>`.</a:t>
            </a:r>
          </a:p>
          <a:p>
            <a:pPr lvl="1"/>
            <a:r>
              <a:rPr lang="fr-BE" dirty="0"/>
              <a:t>`</a:t>
            </a:r>
            <a:r>
              <a:rPr lang="fr-BE" dirty="0" err="1"/>
              <a:t>empty</a:t>
            </a:r>
            <a:r>
              <a:rPr lang="fr-BE" dirty="0"/>
              <a:t>($var)` :</a:t>
            </a:r>
          </a:p>
          <a:p>
            <a:pPr lvl="2"/>
            <a:r>
              <a:rPr lang="fr-BE" dirty="0"/>
              <a:t>Vérifie si la variable est considérée comme vide (</a:t>
            </a:r>
            <a:r>
              <a:rPr lang="fr-BE" dirty="0" err="1"/>
              <a:t>falsy</a:t>
            </a:r>
            <a:r>
              <a:rPr lang="fr-BE" dirty="0"/>
              <a:t>).</a:t>
            </a:r>
          </a:p>
          <a:p>
            <a:pPr lvl="2"/>
            <a:r>
              <a:rPr lang="fr-BE" dirty="0"/>
              <a:t>Retourne </a:t>
            </a:r>
            <a:r>
              <a:rPr lang="fr-BE" dirty="0" err="1"/>
              <a:t>true</a:t>
            </a:r>
            <a:r>
              <a:rPr lang="fr-BE" dirty="0"/>
              <a:t> si la variable n'existe pas ou si elle est </a:t>
            </a:r>
            <a:r>
              <a:rPr lang="fr-BE" dirty="0" err="1"/>
              <a:t>falsy</a:t>
            </a:r>
            <a:r>
              <a:rPr lang="fr-BE" dirty="0"/>
              <a:t>.</a:t>
            </a:r>
          </a:p>
          <a:p>
            <a:pPr lvl="1"/>
            <a:r>
              <a:rPr lang="fr-BE" dirty="0"/>
              <a:t>`!</a:t>
            </a:r>
            <a:r>
              <a:rPr lang="fr-BE" dirty="0" err="1"/>
              <a:t>empty</a:t>
            </a:r>
            <a:r>
              <a:rPr lang="fr-BE" dirty="0"/>
              <a:t>($var)` :</a:t>
            </a:r>
          </a:p>
          <a:p>
            <a:pPr lvl="2"/>
            <a:r>
              <a:rPr lang="fr-BE" dirty="0"/>
              <a:t>Retourne </a:t>
            </a:r>
            <a:r>
              <a:rPr lang="fr-BE" dirty="0" err="1"/>
              <a:t>true</a:t>
            </a:r>
            <a:r>
              <a:rPr lang="fr-BE" dirty="0"/>
              <a:t> si la variable existe et qu'elle contient une valeur </a:t>
            </a:r>
            <a:r>
              <a:rPr lang="fr-BE" dirty="0" err="1"/>
              <a:t>truely</a:t>
            </a:r>
            <a:r>
              <a:rPr lang="fr-BE" dirty="0"/>
              <a:t>. </a:t>
            </a:r>
          </a:p>
          <a:p>
            <a:pPr lvl="2"/>
            <a:r>
              <a:rPr lang="fr-BE" dirty="0"/>
              <a:t>Attention à la string `'0’` qui est </a:t>
            </a:r>
            <a:r>
              <a:rPr lang="fr-BE" dirty="0" err="1"/>
              <a:t>falsy</a:t>
            </a:r>
            <a:r>
              <a:rPr lang="fr-BE" dirty="0"/>
              <a:t>!</a:t>
            </a:r>
          </a:p>
          <a:p>
            <a:pPr lvl="1"/>
            <a:r>
              <a:rPr lang="fr-BE" dirty="0"/>
              <a:t>`</a:t>
            </a:r>
            <a:r>
              <a:rPr lang="en-US" dirty="0" err="1"/>
              <a:t>array_key_exists</a:t>
            </a:r>
            <a:r>
              <a:rPr lang="en-US" dirty="0"/>
              <a:t>($key, $array)</a:t>
            </a:r>
            <a:r>
              <a:rPr lang="fr-BE" dirty="0"/>
              <a:t>` :</a:t>
            </a:r>
          </a:p>
          <a:p>
            <a:pPr lvl="2"/>
            <a:r>
              <a:rPr lang="fr-BE" dirty="0"/>
              <a:t>Vérifie l’existence d’une clé, même si sa valeur est </a:t>
            </a:r>
            <a:r>
              <a:rPr lang="fr-BE" dirty="0" err="1"/>
              <a:t>null</a:t>
            </a:r>
            <a:r>
              <a:rPr lang="fr-BE" dirty="0"/>
              <a:t>.</a:t>
            </a:r>
          </a:p>
          <a:p>
            <a:pPr lvl="2"/>
            <a:r>
              <a:rPr lang="fr-BE" dirty="0"/>
              <a:t>Uniquement pour les </a:t>
            </a:r>
            <a:r>
              <a:rPr lang="fr-BE" dirty="0" err="1"/>
              <a:t>array</a:t>
            </a:r>
            <a:r>
              <a:rPr lang="fr-BE" dirty="0"/>
              <a:t>.</a:t>
            </a:r>
          </a:p>
          <a:p>
            <a:r>
              <a:rPr lang="fr-BE" dirty="0"/>
              <a:t>Exemples:</a:t>
            </a:r>
          </a:p>
          <a:p>
            <a:pPr lvl="1"/>
            <a:r>
              <a:rPr lang="fr-BE" u="sng" dirty="0">
                <a:hlinkClick r:id="rId3"/>
              </a:rPr>
              <a:t>https://onlinephp.io/c/10a76</a:t>
            </a:r>
            <a:r>
              <a:rPr lang="fr-BE" u="sng" dirty="0"/>
              <a:t> </a:t>
            </a:r>
            <a:endParaRPr lang="fr-BE" dirty="0"/>
          </a:p>
          <a:p>
            <a:r>
              <a:rPr lang="fr-BE" dirty="0"/>
              <a:t>Ressources</a:t>
            </a:r>
          </a:p>
          <a:p>
            <a:pPr lvl="1"/>
            <a:r>
              <a:rPr lang="fr-BE" dirty="0">
                <a:hlinkClick r:id="rId4"/>
              </a:rPr>
              <a:t>PHP doc: </a:t>
            </a:r>
            <a:r>
              <a:rPr lang="fr-BE" dirty="0" err="1">
                <a:hlinkClick r:id="rId4"/>
              </a:rPr>
              <a:t>isset</a:t>
            </a:r>
            <a:r>
              <a:rPr lang="fr-BE" dirty="0">
                <a:hlinkClick r:id="rId4"/>
              </a:rPr>
              <a:t>()</a:t>
            </a:r>
            <a:endParaRPr lang="fr-BE" dirty="0"/>
          </a:p>
          <a:p>
            <a:pPr lvl="1"/>
            <a:r>
              <a:rPr lang="fr-BE" dirty="0">
                <a:hlinkClick r:id="rId5"/>
              </a:rPr>
              <a:t>PHP doc: </a:t>
            </a:r>
            <a:r>
              <a:rPr lang="fr-BE" dirty="0" err="1">
                <a:hlinkClick r:id="rId5"/>
              </a:rPr>
              <a:t>empty</a:t>
            </a:r>
            <a:r>
              <a:rPr lang="fr-BE" dirty="0">
                <a:hlinkClick r:id="rId5"/>
              </a:rPr>
              <a:t>()</a:t>
            </a:r>
            <a:endParaRPr lang="fr-BE" dirty="0"/>
          </a:p>
          <a:p>
            <a:pPr lvl="1"/>
            <a:r>
              <a:rPr lang="en-US" dirty="0">
                <a:hlinkClick r:id="rId6"/>
              </a:rPr>
              <a:t>PHP doc: </a:t>
            </a:r>
            <a:r>
              <a:rPr lang="en-US" dirty="0" err="1">
                <a:hlinkClick r:id="rId6"/>
              </a:rPr>
              <a:t>array_key_exists</a:t>
            </a:r>
            <a:r>
              <a:rPr lang="en-US" dirty="0">
                <a:hlinkClick r:id="rId6"/>
              </a:rPr>
              <a:t>()</a:t>
            </a:r>
            <a:endParaRPr lang="fr-BE" dirty="0"/>
          </a:p>
        </p:txBody>
      </p:sp>
      <p:pic>
        <p:nvPicPr>
          <p:cNvPr id="8" name="Espace réservé du contenu 7" descr="Une image contenant texte, capture d’écran, logiciel, Logiciel multimédia&#10;&#10;Le contenu généré par l’IA peut être incorrect.">
            <a:extLst>
              <a:ext uri="{FF2B5EF4-FFF2-40B4-BE49-F238E27FC236}">
                <a16:creationId xmlns:a16="http://schemas.microsoft.com/office/drawing/2014/main" id="{93DF7214-B459-2BC4-7DAE-3FD046828E76}"/>
              </a:ext>
            </a:extLst>
          </p:cNvPr>
          <p:cNvPicPr>
            <a:picLocks noGrp="1" noChangeAspect="1"/>
          </p:cNvPicPr>
          <p:nvPr>
            <p:ph sz="half" idx="2"/>
          </p:nvPr>
        </p:nvPicPr>
        <p:blipFill>
          <a:blip r:embed="rId7"/>
          <a:stretch>
            <a:fillRect/>
          </a:stretch>
        </p:blipFill>
        <p:spPr>
          <a:xfrm>
            <a:off x="6172200" y="2175366"/>
            <a:ext cx="5181600" cy="3651856"/>
          </a:xfrm>
          <a:prstGeom prst="rect">
            <a:avLst/>
          </a:prstGeom>
        </p:spPr>
      </p:pic>
    </p:spTree>
    <p:extLst>
      <p:ext uri="{BB962C8B-B14F-4D97-AF65-F5344CB8AC3E}">
        <p14:creationId xmlns:p14="http://schemas.microsoft.com/office/powerpoint/2010/main" val="548745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53F448-6E11-65A6-CF41-12F5CC5D0186}"/>
              </a:ext>
            </a:extLst>
          </p:cNvPr>
          <p:cNvSpPr>
            <a:spLocks noGrp="1"/>
          </p:cNvSpPr>
          <p:nvPr>
            <p:ph type="title"/>
          </p:nvPr>
        </p:nvSpPr>
        <p:spPr/>
        <p:txBody>
          <a:bodyPr/>
          <a:lstStyle/>
          <a:p>
            <a:pPr algn="ctr"/>
            <a:r>
              <a:rPr lang="fr-BE" dirty="0"/>
              <a:t>Opérateurs ternaire et coalescence </a:t>
            </a:r>
            <a:r>
              <a:rPr lang="fr-BE" dirty="0" err="1"/>
              <a:t>null</a:t>
            </a:r>
            <a:endParaRPr lang="fr-BE" dirty="0"/>
          </a:p>
        </p:txBody>
      </p:sp>
      <p:sp>
        <p:nvSpPr>
          <p:cNvPr id="3" name="Espace réservé du contenu 2">
            <a:extLst>
              <a:ext uri="{FF2B5EF4-FFF2-40B4-BE49-F238E27FC236}">
                <a16:creationId xmlns:a16="http://schemas.microsoft.com/office/drawing/2014/main" id="{D45E92E7-A067-63E6-3F3D-6FDD84FEE227}"/>
              </a:ext>
            </a:extLst>
          </p:cNvPr>
          <p:cNvSpPr>
            <a:spLocks noGrp="1"/>
          </p:cNvSpPr>
          <p:nvPr>
            <p:ph sz="half" idx="1"/>
          </p:nvPr>
        </p:nvSpPr>
        <p:spPr/>
        <p:txBody>
          <a:bodyPr>
            <a:normAutofit fontScale="92500"/>
          </a:bodyPr>
          <a:lstStyle/>
          <a:p>
            <a:r>
              <a:rPr lang="fr-BE" dirty="0"/>
              <a:t>Opérateur ternaire (`?:`)</a:t>
            </a:r>
          </a:p>
          <a:p>
            <a:pPr lvl="1"/>
            <a:r>
              <a:rPr lang="fr-BE" dirty="0"/>
              <a:t>Utilisation : raccourci pour les conditions simples.</a:t>
            </a:r>
          </a:p>
          <a:p>
            <a:r>
              <a:rPr lang="fr-BE" dirty="0"/>
              <a:t>Opérateur </a:t>
            </a:r>
            <a:r>
              <a:rPr lang="fr-BE" dirty="0" err="1"/>
              <a:t>null</a:t>
            </a:r>
            <a:r>
              <a:rPr lang="fr-BE" dirty="0"/>
              <a:t> coalescent (`??`)</a:t>
            </a:r>
          </a:p>
          <a:p>
            <a:pPr lvl="1"/>
            <a:r>
              <a:rPr lang="fr-BE" dirty="0"/>
              <a:t>Utilisation: renvoie la première valeur définie et non nulle.</a:t>
            </a:r>
          </a:p>
          <a:p>
            <a:pPr lvl="1"/>
            <a:r>
              <a:rPr lang="fr-BE" dirty="0"/>
              <a:t>Ne déclenche pas d'erreur si la variable n'existe pas.</a:t>
            </a:r>
          </a:p>
          <a:p>
            <a:r>
              <a:rPr lang="fr-BE" dirty="0"/>
              <a:t>Ressources:</a:t>
            </a:r>
          </a:p>
          <a:p>
            <a:pPr lvl="1"/>
            <a:r>
              <a:rPr lang="fr-BE" dirty="0">
                <a:hlinkClick r:id="rId3"/>
              </a:rPr>
              <a:t>PHP doc – Ternaire</a:t>
            </a:r>
            <a:endParaRPr lang="fr-BE" dirty="0"/>
          </a:p>
          <a:p>
            <a:pPr lvl="1"/>
            <a:r>
              <a:rPr lang="fr-BE" dirty="0">
                <a:hlinkClick r:id="rId4"/>
              </a:rPr>
              <a:t>PHP doc - Coalescence </a:t>
            </a:r>
            <a:r>
              <a:rPr lang="fr-BE" dirty="0" err="1">
                <a:hlinkClick r:id="rId4"/>
              </a:rPr>
              <a:t>null</a:t>
            </a:r>
            <a:endParaRPr lang="fr-BE" dirty="0"/>
          </a:p>
          <a:p>
            <a:endParaRPr lang="fr-BE" dirty="0"/>
          </a:p>
        </p:txBody>
      </p:sp>
      <p:pic>
        <p:nvPicPr>
          <p:cNvPr id="6" name="Espace réservé du contenu 5" descr="Une image contenant texte, capture d’écran, Police&#10;&#10;Le contenu généré par l’IA peut être incorrect.">
            <a:extLst>
              <a:ext uri="{FF2B5EF4-FFF2-40B4-BE49-F238E27FC236}">
                <a16:creationId xmlns:a16="http://schemas.microsoft.com/office/drawing/2014/main" id="{8F7AB55B-D4CD-B6BD-BF43-938FF1F23E77}"/>
              </a:ext>
            </a:extLst>
          </p:cNvPr>
          <p:cNvPicPr>
            <a:picLocks noGrp="1" noChangeAspect="1"/>
          </p:cNvPicPr>
          <p:nvPr>
            <p:ph sz="half" idx="2"/>
          </p:nvPr>
        </p:nvPicPr>
        <p:blipFill>
          <a:blip r:embed="rId5"/>
          <a:stretch>
            <a:fillRect/>
          </a:stretch>
        </p:blipFill>
        <p:spPr>
          <a:xfrm>
            <a:off x="6172200" y="2814853"/>
            <a:ext cx="5181600" cy="2372882"/>
          </a:xfrm>
          <a:prstGeom prst="rect">
            <a:avLst/>
          </a:prstGeom>
        </p:spPr>
      </p:pic>
      <p:sp>
        <p:nvSpPr>
          <p:cNvPr id="4" name="Bande diagonale 3">
            <a:extLst>
              <a:ext uri="{FF2B5EF4-FFF2-40B4-BE49-F238E27FC236}">
                <a16:creationId xmlns:a16="http://schemas.microsoft.com/office/drawing/2014/main" id="{118B0C2C-2201-F0F8-EA92-3A2831895055}"/>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142957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D135AF-1D0A-EC6D-3BBA-7E5E01FF2CC0}"/>
              </a:ext>
            </a:extLst>
          </p:cNvPr>
          <p:cNvSpPr>
            <a:spLocks noGrp="1"/>
          </p:cNvSpPr>
          <p:nvPr>
            <p:ph type="title"/>
          </p:nvPr>
        </p:nvSpPr>
        <p:spPr/>
        <p:txBody>
          <a:bodyPr/>
          <a:lstStyle/>
          <a:p>
            <a:pPr algn="ctr"/>
            <a:r>
              <a:rPr lang="fr-BE" dirty="0"/>
              <a:t>Portée des variables (rappel)</a:t>
            </a:r>
          </a:p>
        </p:txBody>
      </p:sp>
      <p:sp>
        <p:nvSpPr>
          <p:cNvPr id="3" name="Espace réservé du contenu 2">
            <a:extLst>
              <a:ext uri="{FF2B5EF4-FFF2-40B4-BE49-F238E27FC236}">
                <a16:creationId xmlns:a16="http://schemas.microsoft.com/office/drawing/2014/main" id="{5D8FDD4E-BA0A-0380-347E-B92448ABBC62}"/>
              </a:ext>
            </a:extLst>
          </p:cNvPr>
          <p:cNvSpPr>
            <a:spLocks noGrp="1"/>
          </p:cNvSpPr>
          <p:nvPr>
            <p:ph sz="half" idx="1"/>
          </p:nvPr>
        </p:nvSpPr>
        <p:spPr/>
        <p:txBody>
          <a:bodyPr>
            <a:normAutofit fontScale="62500" lnSpcReduction="20000"/>
          </a:bodyPr>
          <a:lstStyle/>
          <a:p>
            <a:r>
              <a:rPr lang="fr-BE" dirty="0"/>
              <a:t>La portée d'une variable est l'étendue de code dans laquelle est accessible cette variable. </a:t>
            </a:r>
          </a:p>
          <a:p>
            <a:r>
              <a:rPr lang="fr-BE" dirty="0"/>
              <a:t>En PHP, on distingue l’espace « global » (hors de toute fonction) et l’espace propre à chaque fonction.</a:t>
            </a:r>
          </a:p>
          <a:p>
            <a:r>
              <a:rPr lang="fr-BE" dirty="0"/>
              <a:t>Par défaut, les deux espaces ne se confondent pas:</a:t>
            </a:r>
          </a:p>
          <a:p>
            <a:pPr lvl="1"/>
            <a:r>
              <a:rPr lang="fr-BE" dirty="0"/>
              <a:t>Depuis l’intérieur d’une fonction, pas d’accès à une variable déclarée à l’extérieur de la fonction ou dans une autre fonction.</a:t>
            </a:r>
          </a:p>
          <a:p>
            <a:pPr lvl="1"/>
            <a:r>
              <a:rPr lang="fr-BE" dirty="0"/>
              <a:t>Depuis l'extérieur d'une fonction, pas d’accès à une variable déclarée à l'intérieur d'une fonction.</a:t>
            </a:r>
          </a:p>
          <a:p>
            <a:r>
              <a:rPr lang="fr-BE" dirty="0"/>
              <a:t>A noter que ce comportement par défaut peut être modifié (notions avancées): on parle alors de variables globales.</a:t>
            </a:r>
          </a:p>
          <a:p>
            <a:r>
              <a:rPr lang="fr-BE" dirty="0"/>
              <a:t>Ressources:</a:t>
            </a:r>
          </a:p>
          <a:p>
            <a:pPr lvl="1"/>
            <a:r>
              <a:rPr lang="fr-BE" dirty="0">
                <a:hlinkClick r:id="rId3"/>
              </a:rPr>
              <a:t>PHP doc: portée</a:t>
            </a:r>
            <a:endParaRPr lang="fr-BE" dirty="0"/>
          </a:p>
          <a:p>
            <a:pPr lvl="1"/>
            <a:endParaRPr lang="fr-BE" dirty="0"/>
          </a:p>
        </p:txBody>
      </p:sp>
      <p:pic>
        <p:nvPicPr>
          <p:cNvPr id="10" name="Espace réservé du contenu 9">
            <a:extLst>
              <a:ext uri="{FF2B5EF4-FFF2-40B4-BE49-F238E27FC236}">
                <a16:creationId xmlns:a16="http://schemas.microsoft.com/office/drawing/2014/main" id="{64DAC871-BEF7-ED40-CE46-8984705AADE4}"/>
              </a:ext>
            </a:extLst>
          </p:cNvPr>
          <p:cNvPicPr>
            <a:picLocks noGrp="1" noChangeAspect="1"/>
          </p:cNvPicPr>
          <p:nvPr>
            <p:ph sz="half" idx="2"/>
          </p:nvPr>
        </p:nvPicPr>
        <p:blipFill>
          <a:blip r:embed="rId4"/>
          <a:stretch>
            <a:fillRect/>
          </a:stretch>
        </p:blipFill>
        <p:spPr>
          <a:xfrm>
            <a:off x="6186487" y="2162969"/>
            <a:ext cx="5153025" cy="3676650"/>
          </a:xfrm>
          <a:prstGeom prst="rect">
            <a:avLst/>
          </a:prstGeom>
        </p:spPr>
      </p:pic>
    </p:spTree>
    <p:extLst>
      <p:ext uri="{BB962C8B-B14F-4D97-AF65-F5344CB8AC3E}">
        <p14:creationId xmlns:p14="http://schemas.microsoft.com/office/powerpoint/2010/main" val="1514879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7D3862-62E9-E093-C20E-7549F526CE91}"/>
              </a:ext>
            </a:extLst>
          </p:cNvPr>
          <p:cNvSpPr>
            <a:spLocks noGrp="1"/>
          </p:cNvSpPr>
          <p:nvPr>
            <p:ph type="title"/>
          </p:nvPr>
        </p:nvSpPr>
        <p:spPr/>
        <p:txBody>
          <a:bodyPr/>
          <a:lstStyle/>
          <a:p>
            <a:pPr algn="ctr"/>
            <a:r>
              <a:rPr lang="fr-BE" dirty="0"/>
              <a:t>Suppression d’une variable</a:t>
            </a:r>
          </a:p>
        </p:txBody>
      </p:sp>
      <p:sp>
        <p:nvSpPr>
          <p:cNvPr id="3" name="Espace réservé du contenu 2">
            <a:extLst>
              <a:ext uri="{FF2B5EF4-FFF2-40B4-BE49-F238E27FC236}">
                <a16:creationId xmlns:a16="http://schemas.microsoft.com/office/drawing/2014/main" id="{F394DE64-6444-0E2D-C403-F76C1BD524E5}"/>
              </a:ext>
            </a:extLst>
          </p:cNvPr>
          <p:cNvSpPr>
            <a:spLocks noGrp="1"/>
          </p:cNvSpPr>
          <p:nvPr>
            <p:ph sz="half" idx="1"/>
          </p:nvPr>
        </p:nvSpPr>
        <p:spPr/>
        <p:txBody>
          <a:bodyPr/>
          <a:lstStyle/>
          <a:p>
            <a:r>
              <a:rPr lang="fr-BE" dirty="0"/>
              <a:t>La fonction `</a:t>
            </a:r>
            <a:r>
              <a:rPr lang="fr-BE" dirty="0" err="1"/>
              <a:t>unset</a:t>
            </a:r>
            <a:r>
              <a:rPr lang="fr-BE" dirty="0"/>
              <a:t>()` supprime une variable ou une entrée de tableau.</a:t>
            </a:r>
          </a:p>
          <a:p>
            <a:r>
              <a:rPr lang="fr-BE" dirty="0"/>
              <a:t>Utilisé dans une fonction, `</a:t>
            </a:r>
            <a:r>
              <a:rPr lang="fr-BE" dirty="0" err="1"/>
              <a:t>unset</a:t>
            </a:r>
            <a:r>
              <a:rPr lang="fr-BE" dirty="0"/>
              <a:t>()` ne détruit que la variable locale. </a:t>
            </a:r>
          </a:p>
          <a:p>
            <a:r>
              <a:rPr lang="fr-BE" dirty="0"/>
              <a:t>Ressources:</a:t>
            </a:r>
          </a:p>
          <a:p>
            <a:pPr lvl="1"/>
            <a:r>
              <a:rPr lang="fr-BE" dirty="0">
                <a:hlinkClick r:id="rId3"/>
              </a:rPr>
              <a:t>PHP doc: </a:t>
            </a:r>
            <a:r>
              <a:rPr lang="fr-BE" dirty="0" err="1">
                <a:hlinkClick r:id="rId3"/>
              </a:rPr>
              <a:t>unset</a:t>
            </a:r>
            <a:r>
              <a:rPr lang="fr-BE" dirty="0">
                <a:hlinkClick r:id="rId3"/>
              </a:rPr>
              <a:t>()</a:t>
            </a:r>
            <a:endParaRPr lang="fr-BE" dirty="0"/>
          </a:p>
        </p:txBody>
      </p:sp>
      <p:pic>
        <p:nvPicPr>
          <p:cNvPr id="6" name="Espace réservé du contenu 5" descr="Une image contenant texte, capture d’écran, Police&#10;&#10;Le contenu généré par l’IA peut être incorrect.">
            <a:extLst>
              <a:ext uri="{FF2B5EF4-FFF2-40B4-BE49-F238E27FC236}">
                <a16:creationId xmlns:a16="http://schemas.microsoft.com/office/drawing/2014/main" id="{D2AA4560-2FB9-F777-9D65-BAF4E3947B87}"/>
              </a:ext>
            </a:extLst>
          </p:cNvPr>
          <p:cNvPicPr>
            <a:picLocks noGrp="1" noChangeAspect="1"/>
          </p:cNvPicPr>
          <p:nvPr>
            <p:ph sz="half" idx="2"/>
          </p:nvPr>
        </p:nvPicPr>
        <p:blipFill>
          <a:blip r:embed="rId4"/>
          <a:stretch>
            <a:fillRect/>
          </a:stretch>
        </p:blipFill>
        <p:spPr>
          <a:xfrm>
            <a:off x="6172200" y="2009331"/>
            <a:ext cx="5181600" cy="3983926"/>
          </a:xfrm>
          <a:prstGeom prst="rect">
            <a:avLst/>
          </a:prstGeom>
        </p:spPr>
      </p:pic>
    </p:spTree>
    <p:extLst>
      <p:ext uri="{BB962C8B-B14F-4D97-AF65-F5344CB8AC3E}">
        <p14:creationId xmlns:p14="http://schemas.microsoft.com/office/powerpoint/2010/main" val="3154513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DEC7C5-E385-68AB-5797-C361CE360107}"/>
              </a:ext>
            </a:extLst>
          </p:cNvPr>
          <p:cNvSpPr>
            <a:spLocks noGrp="1"/>
          </p:cNvSpPr>
          <p:nvPr>
            <p:ph type="title"/>
          </p:nvPr>
        </p:nvSpPr>
        <p:spPr/>
        <p:txBody>
          <a:bodyPr/>
          <a:lstStyle/>
          <a:p>
            <a:pPr algn="ctr"/>
            <a:r>
              <a:rPr lang="fr-BE" dirty="0"/>
              <a:t>Superglobales</a:t>
            </a:r>
          </a:p>
        </p:txBody>
      </p:sp>
      <p:sp>
        <p:nvSpPr>
          <p:cNvPr id="3" name="Espace réservé du contenu 2">
            <a:extLst>
              <a:ext uri="{FF2B5EF4-FFF2-40B4-BE49-F238E27FC236}">
                <a16:creationId xmlns:a16="http://schemas.microsoft.com/office/drawing/2014/main" id="{D6CD7F36-108B-E8A3-13EF-B3ED39F5B8A1}"/>
              </a:ext>
            </a:extLst>
          </p:cNvPr>
          <p:cNvSpPr>
            <a:spLocks noGrp="1"/>
          </p:cNvSpPr>
          <p:nvPr>
            <p:ph sz="half" idx="1"/>
          </p:nvPr>
        </p:nvSpPr>
        <p:spPr/>
        <p:txBody>
          <a:bodyPr>
            <a:normAutofit fontScale="85000" lnSpcReduction="20000"/>
          </a:bodyPr>
          <a:lstStyle/>
          <a:p>
            <a:r>
              <a:rPr lang="fr-BE" dirty="0"/>
              <a:t>Les superglobales sont des variables prédéfinies (càd initiées par PHP) utiles pour l'accès aux données HTTP et système.</a:t>
            </a:r>
          </a:p>
          <a:p>
            <a:r>
              <a:rPr lang="fr-BE" dirty="0"/>
              <a:t>Il s’agit de tableaux associatifs.</a:t>
            </a:r>
          </a:p>
          <a:p>
            <a:r>
              <a:rPr lang="fr-BE" dirty="0"/>
              <a:t>La portée de ces variables est globale, càd qu’elles sont accessibles partout.</a:t>
            </a:r>
          </a:p>
          <a:p>
            <a:r>
              <a:rPr lang="fr-BE" dirty="0"/>
              <a:t>Sécurité : Nécessité de valider systématiquement des données reçues depuis le client.</a:t>
            </a:r>
          </a:p>
          <a:p>
            <a:r>
              <a:rPr lang="fr-BE" dirty="0"/>
              <a:t>Ressources:</a:t>
            </a:r>
          </a:p>
          <a:p>
            <a:pPr lvl="1"/>
            <a:r>
              <a:rPr lang="fr-BE" dirty="0">
                <a:hlinkClick r:id="rId3"/>
              </a:rPr>
              <a:t>PHP doc: Superglobales</a:t>
            </a:r>
            <a:endParaRPr lang="fr-BE" dirty="0"/>
          </a:p>
        </p:txBody>
      </p:sp>
      <p:graphicFrame>
        <p:nvGraphicFramePr>
          <p:cNvPr id="5" name="Espace réservé du contenu 4">
            <a:extLst>
              <a:ext uri="{FF2B5EF4-FFF2-40B4-BE49-F238E27FC236}">
                <a16:creationId xmlns:a16="http://schemas.microsoft.com/office/drawing/2014/main" id="{704F0551-6D36-7D80-F906-21FC0277B4AB}"/>
              </a:ext>
            </a:extLst>
          </p:cNvPr>
          <p:cNvGraphicFramePr>
            <a:graphicFrameLocks noGrp="1"/>
          </p:cNvGraphicFramePr>
          <p:nvPr>
            <p:ph sz="half" idx="2"/>
            <p:extLst>
              <p:ext uri="{D42A27DB-BD31-4B8C-83A1-F6EECF244321}">
                <p14:modId xmlns:p14="http://schemas.microsoft.com/office/powerpoint/2010/main" val="3172159134"/>
              </p:ext>
            </p:extLst>
          </p:nvPr>
        </p:nvGraphicFramePr>
        <p:xfrm>
          <a:off x="6172200" y="1825625"/>
          <a:ext cx="5181599" cy="4947920"/>
        </p:xfrm>
        <a:graphic>
          <a:graphicData uri="http://schemas.openxmlformats.org/drawingml/2006/table">
            <a:tbl>
              <a:tblPr firstRow="1" bandRow="1">
                <a:tableStyleId>{5C22544A-7EE6-4342-B048-85BDC9FD1C3A}</a:tableStyleId>
              </a:tblPr>
              <a:tblGrid>
                <a:gridCol w="1358483">
                  <a:extLst>
                    <a:ext uri="{9D8B030D-6E8A-4147-A177-3AD203B41FA5}">
                      <a16:colId xmlns:a16="http://schemas.microsoft.com/office/drawing/2014/main" val="887916530"/>
                    </a:ext>
                  </a:extLst>
                </a:gridCol>
                <a:gridCol w="3823116">
                  <a:extLst>
                    <a:ext uri="{9D8B030D-6E8A-4147-A177-3AD203B41FA5}">
                      <a16:colId xmlns:a16="http://schemas.microsoft.com/office/drawing/2014/main" val="2955693035"/>
                    </a:ext>
                  </a:extLst>
                </a:gridCol>
              </a:tblGrid>
              <a:tr h="370840">
                <a:tc>
                  <a:txBody>
                    <a:bodyPr/>
                    <a:lstStyle/>
                    <a:p>
                      <a:pPr algn="ctr"/>
                      <a:r>
                        <a:rPr lang="fr-BE" dirty="0"/>
                        <a:t>Super</a:t>
                      </a:r>
                    </a:p>
                    <a:p>
                      <a:pPr algn="ctr"/>
                      <a:r>
                        <a:rPr lang="fr-BE" dirty="0"/>
                        <a:t>globale</a:t>
                      </a:r>
                    </a:p>
                  </a:txBody>
                  <a:tcPr/>
                </a:tc>
                <a:tc>
                  <a:txBody>
                    <a:bodyPr/>
                    <a:lstStyle/>
                    <a:p>
                      <a:pPr algn="ctr"/>
                      <a:r>
                        <a:rPr lang="fr-BE" dirty="0"/>
                        <a:t>Description</a:t>
                      </a:r>
                    </a:p>
                  </a:txBody>
                  <a:tcPr/>
                </a:tc>
                <a:extLst>
                  <a:ext uri="{0D108BD9-81ED-4DB2-BD59-A6C34878D82A}">
                    <a16:rowId xmlns:a16="http://schemas.microsoft.com/office/drawing/2014/main" val="24332707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$_SERVER</a:t>
                      </a:r>
                    </a:p>
                  </a:txBody>
                  <a:tcPr/>
                </a:tc>
                <a:tc>
                  <a:txBody>
                    <a:bodyPr/>
                    <a:lstStyle/>
                    <a:p>
                      <a:r>
                        <a:rPr lang="fr-BE" dirty="0"/>
                        <a:t>Contexte d’exécution du script courant, notamment: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dirty="0"/>
                        <a:t>URI, méthode, en-têtes de la requête HTTP.</a:t>
                      </a:r>
                    </a:p>
                    <a:p>
                      <a:pPr marL="285750" indent="-285750">
                        <a:buFont typeface="Arial" panose="020B0604020202020204" pitchFamily="34" charset="0"/>
                        <a:buChar char="•"/>
                      </a:pPr>
                      <a:r>
                        <a:rPr lang="fr-BE" dirty="0"/>
                        <a:t>Domaine, IP et port du serveur.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dirty="0"/>
                        <a:t>IP et port du client.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dirty="0" err="1"/>
                        <a:t>DocumentRoot</a:t>
                      </a:r>
                      <a:endParaRPr lang="fr-BE" dirty="0"/>
                    </a:p>
                  </a:txBody>
                  <a:tcPr/>
                </a:tc>
                <a:extLst>
                  <a:ext uri="{0D108BD9-81ED-4DB2-BD59-A6C34878D82A}">
                    <a16:rowId xmlns:a16="http://schemas.microsoft.com/office/drawing/2014/main" val="22921757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$_GET</a:t>
                      </a:r>
                    </a:p>
                  </a:txBody>
                  <a:tcPr/>
                </a:tc>
                <a:tc>
                  <a:txBody>
                    <a:bodyPr/>
                    <a:lstStyle/>
                    <a:p>
                      <a:r>
                        <a:rPr lang="fr-BE" dirty="0"/>
                        <a:t>Valeurs passées dans les paramètres d'URL (</a:t>
                      </a:r>
                      <a:r>
                        <a:rPr lang="fr-BE" dirty="0" err="1"/>
                        <a:t>query</a:t>
                      </a:r>
                      <a:r>
                        <a:rPr lang="fr-BE" dirty="0"/>
                        <a:t> string), peu importe la méthode de requête HTTP.</a:t>
                      </a:r>
                    </a:p>
                  </a:txBody>
                  <a:tcPr/>
                </a:tc>
                <a:extLst>
                  <a:ext uri="{0D108BD9-81ED-4DB2-BD59-A6C34878D82A}">
                    <a16:rowId xmlns:a16="http://schemas.microsoft.com/office/drawing/2014/main" val="26093806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$_POST</a:t>
                      </a:r>
                    </a:p>
                  </a:txBody>
                  <a:tcPr/>
                </a:tc>
                <a:tc>
                  <a:txBody>
                    <a:bodyPr/>
                    <a:lstStyle/>
                    <a:p>
                      <a:r>
                        <a:rPr lang="fr-BE" dirty="0"/>
                        <a:t>Valeurs passées dans le body d'une requête POST.</a:t>
                      </a:r>
                    </a:p>
                  </a:txBody>
                  <a:tcPr/>
                </a:tc>
                <a:extLst>
                  <a:ext uri="{0D108BD9-81ED-4DB2-BD59-A6C34878D82A}">
                    <a16:rowId xmlns:a16="http://schemas.microsoft.com/office/drawing/2014/main" val="32782575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$_SESSION</a:t>
                      </a:r>
                    </a:p>
                  </a:txBody>
                  <a:tcPr/>
                </a:tc>
                <a:tc>
                  <a:txBody>
                    <a:bodyPr/>
                    <a:lstStyle/>
                    <a:p>
                      <a:r>
                        <a:rPr lang="fr-BE" dirty="0"/>
                        <a:t>Données de session (voir sessions).</a:t>
                      </a:r>
                    </a:p>
                  </a:txBody>
                  <a:tcPr/>
                </a:tc>
                <a:extLst>
                  <a:ext uri="{0D108BD9-81ED-4DB2-BD59-A6C34878D82A}">
                    <a16:rowId xmlns:a16="http://schemas.microsoft.com/office/drawing/2014/main" val="27419802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a:t>
                      </a:r>
                    </a:p>
                  </a:txBody>
                  <a:tcPr/>
                </a:tc>
                <a:tc>
                  <a:txBody>
                    <a:bodyPr/>
                    <a:lstStyle/>
                    <a:p>
                      <a:r>
                        <a:rPr lang="fr-BE" dirty="0"/>
                        <a:t>Autres: non vues au cours.</a:t>
                      </a:r>
                    </a:p>
                  </a:txBody>
                  <a:tcPr/>
                </a:tc>
                <a:extLst>
                  <a:ext uri="{0D108BD9-81ED-4DB2-BD59-A6C34878D82A}">
                    <a16:rowId xmlns:a16="http://schemas.microsoft.com/office/drawing/2014/main" val="1960541201"/>
                  </a:ext>
                </a:extLst>
              </a:tr>
            </a:tbl>
          </a:graphicData>
        </a:graphic>
      </p:graphicFrame>
      <p:sp>
        <p:nvSpPr>
          <p:cNvPr id="6" name="Espace réservé du texte 5">
            <a:extLst>
              <a:ext uri="{FF2B5EF4-FFF2-40B4-BE49-F238E27FC236}">
                <a16:creationId xmlns:a16="http://schemas.microsoft.com/office/drawing/2014/main" id="{B856BD1F-96C0-2D1C-1F7F-E8D0F2AA2787}"/>
              </a:ext>
            </a:extLst>
          </p:cNvPr>
          <p:cNvSpPr>
            <a:spLocks noGrp="1"/>
          </p:cNvSpPr>
          <p:nvPr>
            <p:ph type="body" idx="4294967295"/>
          </p:nvPr>
        </p:nvSpPr>
        <p:spPr>
          <a:xfrm>
            <a:off x="0" y="1681163"/>
            <a:ext cx="5157788" cy="823912"/>
          </a:xfrm>
        </p:spPr>
        <p:txBody>
          <a:bodyPr/>
          <a:lstStyle/>
          <a:p>
            <a:pPr algn="ctr"/>
            <a:endParaRPr lang="fr-BE" dirty="0"/>
          </a:p>
          <a:p>
            <a:pPr algn="ctr"/>
            <a:endParaRPr lang="fr-BE" dirty="0"/>
          </a:p>
        </p:txBody>
      </p:sp>
    </p:spTree>
    <p:extLst>
      <p:ext uri="{BB962C8B-B14F-4D97-AF65-F5344CB8AC3E}">
        <p14:creationId xmlns:p14="http://schemas.microsoft.com/office/powerpoint/2010/main" val="3214278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5D240-5E73-73BB-6AA6-4996BB338CE3}"/>
              </a:ext>
            </a:extLst>
          </p:cNvPr>
          <p:cNvSpPr>
            <a:spLocks noGrp="1"/>
          </p:cNvSpPr>
          <p:nvPr>
            <p:ph type="title"/>
          </p:nvPr>
        </p:nvSpPr>
        <p:spPr/>
        <p:txBody>
          <a:bodyPr/>
          <a:lstStyle/>
          <a:p>
            <a:pPr algn="ctr"/>
            <a:r>
              <a:rPr lang="fr-BE" dirty="0"/>
              <a:t>Constantes (rappel)</a:t>
            </a:r>
          </a:p>
        </p:txBody>
      </p:sp>
      <p:sp>
        <p:nvSpPr>
          <p:cNvPr id="3" name="Espace réservé du contenu 2">
            <a:extLst>
              <a:ext uri="{FF2B5EF4-FFF2-40B4-BE49-F238E27FC236}">
                <a16:creationId xmlns:a16="http://schemas.microsoft.com/office/drawing/2014/main" id="{EFBD1143-E134-A649-E02F-DBE26F898329}"/>
              </a:ext>
            </a:extLst>
          </p:cNvPr>
          <p:cNvSpPr>
            <a:spLocks noGrp="1"/>
          </p:cNvSpPr>
          <p:nvPr>
            <p:ph sz="half" idx="1"/>
          </p:nvPr>
        </p:nvSpPr>
        <p:spPr/>
        <p:txBody>
          <a:bodyPr>
            <a:normAutofit fontScale="62500" lnSpcReduction="20000"/>
          </a:bodyPr>
          <a:lstStyle/>
          <a:p>
            <a:r>
              <a:rPr lang="fr-BE" dirty="0"/>
              <a:t>Comme son nom le suggère, cette valeur est immuable: elle ne peut jamais être modifiée ni détruite durant l'exécution du script.</a:t>
            </a:r>
          </a:p>
          <a:p>
            <a:r>
              <a:rPr lang="fr-BE" dirty="0"/>
              <a:t>La portée d'une constante est globale: on définit les constantes hors de toute fonction mais on peut les utiliser dans n’importe quelle fonction.</a:t>
            </a:r>
          </a:p>
          <a:p>
            <a:r>
              <a:rPr lang="fr-BE" dirty="0"/>
              <a:t>Les constantes sont sensibles à la casse. Par convention, les constantes sont toujours en majuscule.</a:t>
            </a:r>
          </a:p>
          <a:p>
            <a:r>
              <a:rPr lang="fr-BE" dirty="0"/>
              <a:t>PHP fournit un grand nombre de constantes prédéfinies (ex: PHP_EOL, DIRECTORY_SEPARATOR, PHP_INT_MAX, E_ERROR, ...).</a:t>
            </a:r>
          </a:p>
          <a:p>
            <a:r>
              <a:rPr lang="fr-BE" dirty="0"/>
              <a:t>Pas d’interpolation de chaîne (obligation de concaténer).</a:t>
            </a:r>
          </a:p>
          <a:p>
            <a:r>
              <a:rPr lang="fr-BE" dirty="0"/>
              <a:t>Ressources:</a:t>
            </a:r>
          </a:p>
          <a:p>
            <a:pPr lvl="1"/>
            <a:r>
              <a:rPr lang="fr-BE" dirty="0">
                <a:hlinkClick r:id="rId3"/>
              </a:rPr>
              <a:t>PHP doc: Constantes</a:t>
            </a:r>
            <a:endParaRPr lang="fr-BE" dirty="0"/>
          </a:p>
          <a:p>
            <a:pPr lvl="1"/>
            <a:r>
              <a:rPr lang="fr-BE" dirty="0">
                <a:hlinkClick r:id="rId4"/>
              </a:rPr>
              <a:t>PHP doc: </a:t>
            </a:r>
            <a:r>
              <a:rPr lang="fr-BE" dirty="0" err="1">
                <a:hlinkClick r:id="rId4"/>
              </a:rPr>
              <a:t>define</a:t>
            </a:r>
            <a:r>
              <a:rPr lang="fr-BE" dirty="0">
                <a:hlinkClick r:id="rId4"/>
              </a:rPr>
              <a:t>()</a:t>
            </a:r>
            <a:endParaRPr lang="fr-BE" dirty="0"/>
          </a:p>
        </p:txBody>
      </p:sp>
      <p:pic>
        <p:nvPicPr>
          <p:cNvPr id="10" name="Espace réservé du contenu 9" descr="Une image contenant texte, capture d’écran, Police, logiciel&#10;&#10;Le contenu généré par l’IA peut être incorrect.">
            <a:extLst>
              <a:ext uri="{FF2B5EF4-FFF2-40B4-BE49-F238E27FC236}">
                <a16:creationId xmlns:a16="http://schemas.microsoft.com/office/drawing/2014/main" id="{70A02A16-F08A-6416-2A99-79EF8D240261}"/>
              </a:ext>
            </a:extLst>
          </p:cNvPr>
          <p:cNvPicPr>
            <a:picLocks noGrp="1" noChangeAspect="1"/>
          </p:cNvPicPr>
          <p:nvPr>
            <p:ph sz="half" idx="2"/>
          </p:nvPr>
        </p:nvPicPr>
        <p:blipFill>
          <a:blip r:embed="rId5"/>
          <a:stretch>
            <a:fillRect/>
          </a:stretch>
        </p:blipFill>
        <p:spPr>
          <a:xfrm>
            <a:off x="6172200" y="2929725"/>
            <a:ext cx="5181600" cy="2143137"/>
          </a:xfrm>
          <a:prstGeom prst="rect">
            <a:avLst/>
          </a:prstGeom>
        </p:spPr>
      </p:pic>
    </p:spTree>
    <p:extLst>
      <p:ext uri="{BB962C8B-B14F-4D97-AF65-F5344CB8AC3E}">
        <p14:creationId xmlns:p14="http://schemas.microsoft.com/office/powerpoint/2010/main" val="2842781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B3D5AAA-9024-9A12-6A49-0771B0FB6262}"/>
              </a:ext>
            </a:extLst>
          </p:cNvPr>
          <p:cNvSpPr>
            <a:spLocks noGrp="1"/>
          </p:cNvSpPr>
          <p:nvPr>
            <p:ph type="title"/>
          </p:nvPr>
        </p:nvSpPr>
        <p:spPr/>
        <p:txBody>
          <a:bodyPr/>
          <a:lstStyle/>
          <a:p>
            <a:r>
              <a:rPr lang="fr-BE" dirty="0"/>
              <a:t>Fonctions utilisateurs</a:t>
            </a:r>
          </a:p>
        </p:txBody>
      </p:sp>
      <p:sp>
        <p:nvSpPr>
          <p:cNvPr id="6" name="Espace réservé du texte 5">
            <a:extLst>
              <a:ext uri="{FF2B5EF4-FFF2-40B4-BE49-F238E27FC236}">
                <a16:creationId xmlns:a16="http://schemas.microsoft.com/office/drawing/2014/main" id="{717269E1-4951-59A4-3982-FCE96268AE0B}"/>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3748073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298812-8CAE-3674-71C8-D1B3A6E0F5D7}"/>
              </a:ext>
            </a:extLst>
          </p:cNvPr>
          <p:cNvSpPr>
            <a:spLocks noGrp="1"/>
          </p:cNvSpPr>
          <p:nvPr>
            <p:ph type="title"/>
          </p:nvPr>
        </p:nvSpPr>
        <p:spPr/>
        <p:txBody>
          <a:bodyPr/>
          <a:lstStyle/>
          <a:p>
            <a:pPr algn="ctr"/>
            <a:r>
              <a:rPr lang="fr-BE" dirty="0" err="1"/>
              <a:t>function</a:t>
            </a:r>
            <a:r>
              <a:rPr lang="fr-BE" dirty="0"/>
              <a:t> – valeurs par défaut</a:t>
            </a:r>
          </a:p>
        </p:txBody>
      </p:sp>
      <p:sp>
        <p:nvSpPr>
          <p:cNvPr id="4" name="Espace réservé du contenu 3">
            <a:extLst>
              <a:ext uri="{FF2B5EF4-FFF2-40B4-BE49-F238E27FC236}">
                <a16:creationId xmlns:a16="http://schemas.microsoft.com/office/drawing/2014/main" id="{8EEF0A5D-4C1E-0449-EC8C-6498F3CBE27C}"/>
              </a:ext>
            </a:extLst>
          </p:cNvPr>
          <p:cNvSpPr>
            <a:spLocks noGrp="1"/>
          </p:cNvSpPr>
          <p:nvPr>
            <p:ph sz="half" idx="1"/>
          </p:nvPr>
        </p:nvSpPr>
        <p:spPr/>
        <p:txBody>
          <a:bodyPr>
            <a:normAutofit/>
          </a:bodyPr>
          <a:lstStyle/>
          <a:p>
            <a:r>
              <a:rPr lang="fr-BE" dirty="0"/>
              <a:t>Utilisation : permettre des arguments optionnels dans les paramètres.</a:t>
            </a:r>
          </a:p>
          <a:p>
            <a:r>
              <a:rPr lang="fr-BE" dirty="0"/>
              <a:t>Contraintes :</a:t>
            </a:r>
          </a:p>
          <a:p>
            <a:pPr lvl="1"/>
            <a:r>
              <a:rPr lang="fr-BE" dirty="0"/>
              <a:t>Les paramètres avec valeurs par défaut doivent être placés après ceux obligatoires.</a:t>
            </a:r>
          </a:p>
          <a:p>
            <a:r>
              <a:rPr lang="fr-BE" dirty="0"/>
              <a:t>Ressources:</a:t>
            </a:r>
          </a:p>
          <a:p>
            <a:pPr lvl="1"/>
            <a:r>
              <a:rPr lang="fr-BE" dirty="0">
                <a:hlinkClick r:id="rId2"/>
              </a:rPr>
              <a:t>PHP doc - Valeurs par défaut des paramètres</a:t>
            </a:r>
            <a:endParaRPr lang="fr-BE" dirty="0"/>
          </a:p>
        </p:txBody>
      </p:sp>
      <p:pic>
        <p:nvPicPr>
          <p:cNvPr id="7" name="Espace réservé du contenu 6" descr="Une image contenant texte, capture d’écran, Police&#10;&#10;Le contenu généré par l’IA peut être incorrect.">
            <a:extLst>
              <a:ext uri="{FF2B5EF4-FFF2-40B4-BE49-F238E27FC236}">
                <a16:creationId xmlns:a16="http://schemas.microsoft.com/office/drawing/2014/main" id="{3B52C28D-A8A9-7F08-743A-E9B4396DA524}"/>
              </a:ext>
            </a:extLst>
          </p:cNvPr>
          <p:cNvPicPr>
            <a:picLocks noGrp="1" noChangeAspect="1"/>
          </p:cNvPicPr>
          <p:nvPr>
            <p:ph sz="half" idx="2"/>
          </p:nvPr>
        </p:nvPicPr>
        <p:blipFill>
          <a:blip r:embed="rId3"/>
          <a:stretch>
            <a:fillRect/>
          </a:stretch>
        </p:blipFill>
        <p:spPr>
          <a:xfrm>
            <a:off x="6448425" y="2834481"/>
            <a:ext cx="4629150" cy="2333625"/>
          </a:xfrm>
          <a:prstGeom prst="rect">
            <a:avLst/>
          </a:prstGeom>
        </p:spPr>
      </p:pic>
    </p:spTree>
    <p:extLst>
      <p:ext uri="{BB962C8B-B14F-4D97-AF65-F5344CB8AC3E}">
        <p14:creationId xmlns:p14="http://schemas.microsoft.com/office/powerpoint/2010/main" val="1397036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BE145-F8E6-6054-1F19-37C59DBF2701}"/>
              </a:ext>
            </a:extLst>
          </p:cNvPr>
          <p:cNvSpPr>
            <a:spLocks noGrp="1"/>
          </p:cNvSpPr>
          <p:nvPr>
            <p:ph type="title"/>
          </p:nvPr>
        </p:nvSpPr>
        <p:spPr/>
        <p:txBody>
          <a:bodyPr/>
          <a:lstStyle/>
          <a:p>
            <a:pPr algn="ctr"/>
            <a:r>
              <a:rPr lang="fr-BE" dirty="0" err="1"/>
              <a:t>function</a:t>
            </a:r>
            <a:r>
              <a:rPr lang="fr-BE" dirty="0"/>
              <a:t> – déclaration de type</a:t>
            </a:r>
          </a:p>
        </p:txBody>
      </p:sp>
      <p:sp>
        <p:nvSpPr>
          <p:cNvPr id="4" name="Espace réservé du contenu 3">
            <a:extLst>
              <a:ext uri="{FF2B5EF4-FFF2-40B4-BE49-F238E27FC236}">
                <a16:creationId xmlns:a16="http://schemas.microsoft.com/office/drawing/2014/main" id="{C0811EA0-E235-69C9-9682-604F5C83C0E5}"/>
              </a:ext>
            </a:extLst>
          </p:cNvPr>
          <p:cNvSpPr>
            <a:spLocks noGrp="1"/>
          </p:cNvSpPr>
          <p:nvPr>
            <p:ph sz="half" idx="1"/>
          </p:nvPr>
        </p:nvSpPr>
        <p:spPr/>
        <p:txBody>
          <a:bodyPr>
            <a:normAutofit fontScale="85000" lnSpcReduction="20000"/>
          </a:bodyPr>
          <a:lstStyle/>
          <a:p>
            <a:r>
              <a:rPr lang="fr-BE" dirty="0"/>
              <a:t>Principes:</a:t>
            </a:r>
          </a:p>
          <a:p>
            <a:pPr lvl="1"/>
            <a:r>
              <a:rPr lang="fr-BE" dirty="0"/>
              <a:t>Il est possible de typer explicitement:</a:t>
            </a:r>
          </a:p>
          <a:p>
            <a:pPr lvl="2"/>
            <a:r>
              <a:rPr lang="fr-BE" dirty="0"/>
              <a:t>Les paramètres</a:t>
            </a:r>
          </a:p>
          <a:p>
            <a:pPr lvl="2"/>
            <a:r>
              <a:rPr lang="fr-BE" dirty="0"/>
              <a:t>Le retour</a:t>
            </a:r>
          </a:p>
          <a:p>
            <a:pPr lvl="1"/>
            <a:r>
              <a:rPr lang="fr-BE" dirty="0"/>
              <a:t>La conversion implicite peut se faire (mode faible).</a:t>
            </a:r>
          </a:p>
          <a:p>
            <a:r>
              <a:rPr lang="fr-BE" dirty="0"/>
              <a:t>A noter, valeurs particulières:</a:t>
            </a:r>
          </a:p>
          <a:p>
            <a:pPr lvl="1"/>
            <a:r>
              <a:rPr lang="fr-BE" dirty="0"/>
              <a:t>Type d’union: plusieurs types possibles</a:t>
            </a:r>
          </a:p>
          <a:p>
            <a:pPr lvl="1"/>
            <a:r>
              <a:rPr lang="fr-BE" dirty="0"/>
              <a:t>`mixed`: tous les types possibles</a:t>
            </a:r>
          </a:p>
          <a:p>
            <a:pPr lvl="1"/>
            <a:r>
              <a:rPr lang="fr-BE" dirty="0"/>
              <a:t>`</a:t>
            </a:r>
            <a:r>
              <a:rPr lang="fr-BE" dirty="0" err="1"/>
              <a:t>void</a:t>
            </a:r>
            <a:r>
              <a:rPr lang="fr-BE" dirty="0"/>
              <a:t>`: la fonction ne retourne pas de valeur</a:t>
            </a:r>
          </a:p>
          <a:p>
            <a:pPr lvl="1"/>
            <a:r>
              <a:rPr lang="fr-BE" dirty="0" err="1"/>
              <a:t>Nullable</a:t>
            </a:r>
            <a:r>
              <a:rPr lang="fr-BE" dirty="0"/>
              <a:t>: syntaxe `?type`</a:t>
            </a:r>
          </a:p>
          <a:p>
            <a:r>
              <a:rPr lang="fr-BE" dirty="0"/>
              <a:t>Ressources:</a:t>
            </a:r>
          </a:p>
          <a:p>
            <a:pPr lvl="1"/>
            <a:r>
              <a:rPr lang="fr-BE" dirty="0">
                <a:hlinkClick r:id="rId3"/>
              </a:rPr>
              <a:t>PHP doc - Déclaration de type</a:t>
            </a:r>
            <a:endParaRPr lang="fr-BE" dirty="0"/>
          </a:p>
          <a:p>
            <a:pPr lvl="1"/>
            <a:endParaRPr lang="fr-BE" dirty="0"/>
          </a:p>
        </p:txBody>
      </p:sp>
      <p:pic>
        <p:nvPicPr>
          <p:cNvPr id="9" name="Espace réservé du contenu 8" descr="Une image contenant texte, capture d’écran, Police, logiciel&#10;&#10;Le contenu généré par l’IA peut être incorrect.">
            <a:extLst>
              <a:ext uri="{FF2B5EF4-FFF2-40B4-BE49-F238E27FC236}">
                <a16:creationId xmlns:a16="http://schemas.microsoft.com/office/drawing/2014/main" id="{0A6803E0-9EED-16A1-B4D6-DD2DD280E6B2}"/>
              </a:ext>
            </a:extLst>
          </p:cNvPr>
          <p:cNvPicPr>
            <a:picLocks noGrp="1" noChangeAspect="1"/>
          </p:cNvPicPr>
          <p:nvPr>
            <p:ph sz="half" idx="2"/>
          </p:nvPr>
        </p:nvPicPr>
        <p:blipFill>
          <a:blip r:embed="rId4"/>
          <a:stretch>
            <a:fillRect/>
          </a:stretch>
        </p:blipFill>
        <p:spPr>
          <a:xfrm>
            <a:off x="6172200" y="2022782"/>
            <a:ext cx="5181600" cy="3957024"/>
          </a:xfrm>
          <a:prstGeom prst="rect">
            <a:avLst/>
          </a:prstGeom>
        </p:spPr>
      </p:pic>
    </p:spTree>
    <p:extLst>
      <p:ext uri="{BB962C8B-B14F-4D97-AF65-F5344CB8AC3E}">
        <p14:creationId xmlns:p14="http://schemas.microsoft.com/office/powerpoint/2010/main" val="3827971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9E00F54-4C8B-56A5-C6D1-D4016415674D}"/>
              </a:ext>
            </a:extLst>
          </p:cNvPr>
          <p:cNvSpPr>
            <a:spLocks noGrp="1"/>
          </p:cNvSpPr>
          <p:nvPr>
            <p:ph type="title"/>
          </p:nvPr>
        </p:nvSpPr>
        <p:spPr/>
        <p:txBody>
          <a:bodyPr/>
          <a:lstStyle/>
          <a:p>
            <a:r>
              <a:rPr lang="fr-BE" dirty="0"/>
              <a:t>Fonctions natives</a:t>
            </a:r>
          </a:p>
        </p:txBody>
      </p:sp>
      <p:sp>
        <p:nvSpPr>
          <p:cNvPr id="6" name="Espace réservé du texte 5">
            <a:extLst>
              <a:ext uri="{FF2B5EF4-FFF2-40B4-BE49-F238E27FC236}">
                <a16:creationId xmlns:a16="http://schemas.microsoft.com/office/drawing/2014/main" id="{1474CDE5-A59C-F078-3553-CA9CB1395347}"/>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1494637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7BAF95-2E1B-159C-59A2-AF9BC7D0A312}"/>
              </a:ext>
            </a:extLst>
          </p:cNvPr>
          <p:cNvSpPr>
            <a:spLocks noGrp="1"/>
          </p:cNvSpPr>
          <p:nvPr>
            <p:ph type="title"/>
          </p:nvPr>
        </p:nvSpPr>
        <p:spPr/>
        <p:txBody>
          <a:bodyPr/>
          <a:lstStyle/>
          <a:p>
            <a:pPr algn="ctr"/>
            <a:r>
              <a:rPr lang="fr-BE" dirty="0"/>
              <a:t>Manipulation de string</a:t>
            </a:r>
          </a:p>
        </p:txBody>
      </p:sp>
      <p:graphicFrame>
        <p:nvGraphicFramePr>
          <p:cNvPr id="8" name="Espace réservé du contenu 7">
            <a:extLst>
              <a:ext uri="{FF2B5EF4-FFF2-40B4-BE49-F238E27FC236}">
                <a16:creationId xmlns:a16="http://schemas.microsoft.com/office/drawing/2014/main" id="{E2454108-E1AB-7F99-34C4-0A652CA4DB03}"/>
              </a:ext>
            </a:extLst>
          </p:cNvPr>
          <p:cNvGraphicFramePr>
            <a:graphicFrameLocks noGrp="1"/>
          </p:cNvGraphicFramePr>
          <p:nvPr>
            <p:ph idx="1"/>
            <p:extLst>
              <p:ext uri="{D42A27DB-BD31-4B8C-83A1-F6EECF244321}">
                <p14:modId xmlns:p14="http://schemas.microsoft.com/office/powerpoint/2010/main" val="636221131"/>
              </p:ext>
            </p:extLst>
          </p:nvPr>
        </p:nvGraphicFramePr>
        <p:xfrm>
          <a:off x="838200" y="1825625"/>
          <a:ext cx="10515597" cy="475996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4052541257"/>
                    </a:ext>
                  </a:extLst>
                </a:gridCol>
                <a:gridCol w="4216400">
                  <a:extLst>
                    <a:ext uri="{9D8B030D-6E8A-4147-A177-3AD203B41FA5}">
                      <a16:colId xmlns:a16="http://schemas.microsoft.com/office/drawing/2014/main" val="2962019752"/>
                    </a:ext>
                  </a:extLst>
                </a:gridCol>
                <a:gridCol w="1841497">
                  <a:extLst>
                    <a:ext uri="{9D8B030D-6E8A-4147-A177-3AD203B41FA5}">
                      <a16:colId xmlns:a16="http://schemas.microsoft.com/office/drawing/2014/main" val="4244315235"/>
                    </a:ext>
                  </a:extLst>
                </a:gridCol>
              </a:tblGrid>
              <a:tr h="370840">
                <a:tc>
                  <a:txBody>
                    <a:bodyPr/>
                    <a:lstStyle/>
                    <a:p>
                      <a:pPr algn="ctr"/>
                      <a:r>
                        <a:rPr lang="fr-BE" dirty="0"/>
                        <a:t>Signature simplifiée</a:t>
                      </a:r>
                    </a:p>
                  </a:txBody>
                  <a:tcPr/>
                </a:tc>
                <a:tc>
                  <a:txBody>
                    <a:bodyPr/>
                    <a:lstStyle/>
                    <a:p>
                      <a:pPr algn="ctr"/>
                      <a:r>
                        <a:rPr lang="fr-BE" dirty="0"/>
                        <a:t>Description</a:t>
                      </a:r>
                    </a:p>
                  </a:txBody>
                  <a:tcPr/>
                </a:tc>
                <a:tc>
                  <a:txBody>
                    <a:bodyPr/>
                    <a:lstStyle/>
                    <a:p>
                      <a:pPr algn="ctr"/>
                      <a:r>
                        <a:rPr lang="fr-BE" dirty="0"/>
                        <a:t>Documentation</a:t>
                      </a:r>
                    </a:p>
                  </a:txBody>
                  <a:tcPr/>
                </a:tc>
                <a:extLst>
                  <a:ext uri="{0D108BD9-81ED-4DB2-BD59-A6C34878D82A}">
                    <a16:rowId xmlns:a16="http://schemas.microsoft.com/office/drawing/2014/main" val="2624659463"/>
                  </a:ext>
                </a:extLst>
              </a:tr>
              <a:tr h="370840">
                <a:tc>
                  <a:txBody>
                    <a:bodyPr/>
                    <a:lstStyle/>
                    <a:p>
                      <a:r>
                        <a:rPr lang="fr-BE" b="1" dirty="0" err="1"/>
                        <a:t>mb_strlen</a:t>
                      </a:r>
                      <a:r>
                        <a:rPr lang="fr-BE" dirty="0"/>
                        <a:t>(string $string): </a:t>
                      </a:r>
                      <a:r>
                        <a:rPr lang="fr-BE" dirty="0" err="1"/>
                        <a:t>int</a:t>
                      </a:r>
                      <a:endParaRPr lang="fr-BE" dirty="0"/>
                    </a:p>
                  </a:txBody>
                  <a:tcPr/>
                </a:tc>
                <a:tc>
                  <a:txBody>
                    <a:bodyPr/>
                    <a:lstStyle/>
                    <a:p>
                      <a:r>
                        <a:rPr lang="fr-BE" dirty="0"/>
                        <a:t>Retourne le nombre de caractères composant la chaîne.</a:t>
                      </a:r>
                    </a:p>
                  </a:txBody>
                  <a:tcPr/>
                </a:tc>
                <a:tc>
                  <a:txBody>
                    <a:bodyPr/>
                    <a:lstStyle/>
                    <a:p>
                      <a:r>
                        <a:rPr lang="fr-BE" dirty="0">
                          <a:hlinkClick r:id="rId3"/>
                        </a:rPr>
                        <a:t>PHP doc: </a:t>
                      </a:r>
                      <a:r>
                        <a:rPr lang="fr-BE" dirty="0" err="1">
                          <a:hlinkClick r:id="rId3"/>
                        </a:rPr>
                        <a:t>mb_strlen</a:t>
                      </a:r>
                      <a:r>
                        <a:rPr lang="fr-BE" dirty="0">
                          <a:hlinkClick r:id="rId3"/>
                        </a:rPr>
                        <a:t>()</a:t>
                      </a:r>
                      <a:endParaRPr lang="fr-BE" dirty="0"/>
                    </a:p>
                  </a:txBody>
                  <a:tcPr/>
                </a:tc>
                <a:extLst>
                  <a:ext uri="{0D108BD9-81ED-4DB2-BD59-A6C34878D82A}">
                    <a16:rowId xmlns:a16="http://schemas.microsoft.com/office/drawing/2014/main" val="91420849"/>
                  </a:ext>
                </a:extLst>
              </a:tr>
              <a:tr h="370840">
                <a:tc>
                  <a:txBody>
                    <a:bodyPr/>
                    <a:lstStyle/>
                    <a:p>
                      <a:r>
                        <a:rPr lang="fr-BE" b="1" dirty="0" err="1"/>
                        <a:t>mb_strpos</a:t>
                      </a:r>
                      <a:r>
                        <a:rPr lang="fr-BE" dirty="0"/>
                        <a:t>(string $</a:t>
                      </a:r>
                      <a:r>
                        <a:rPr lang="fr-BE" dirty="0" err="1"/>
                        <a:t>haystack</a:t>
                      </a:r>
                      <a:r>
                        <a:rPr lang="fr-BE" dirty="0"/>
                        <a:t>, string $</a:t>
                      </a:r>
                      <a:r>
                        <a:rPr lang="fr-BE" dirty="0" err="1"/>
                        <a:t>needle</a:t>
                      </a:r>
                      <a:r>
                        <a:rPr lang="fr-BE" dirty="0"/>
                        <a:t>, </a:t>
                      </a:r>
                      <a:r>
                        <a:rPr lang="fr-BE" dirty="0" err="1"/>
                        <a:t>int</a:t>
                      </a:r>
                      <a:r>
                        <a:rPr lang="fr-BE" dirty="0"/>
                        <a:t> $offset = 0): </a:t>
                      </a:r>
                      <a:r>
                        <a:rPr lang="fr-BE" dirty="0" err="1"/>
                        <a:t>int|false</a:t>
                      </a:r>
                      <a:endParaRPr lang="fr-BE" dirty="0"/>
                    </a:p>
                  </a:txBody>
                  <a:tcPr/>
                </a:tc>
                <a:tc>
                  <a:txBody>
                    <a:bodyPr/>
                    <a:lstStyle/>
                    <a:p>
                      <a:r>
                        <a:rPr lang="fr-BE" dirty="0"/>
                        <a:t>Retourne la position de la première occurrence d'une chaîne de caractères $</a:t>
                      </a:r>
                      <a:r>
                        <a:rPr lang="fr-BE" dirty="0" err="1"/>
                        <a:t>needle</a:t>
                      </a:r>
                      <a:r>
                        <a:rPr lang="fr-BE" dirty="0"/>
                        <a:t>, ou false si pas trouvé. La position débute à 0. Sensible à la casse.</a:t>
                      </a:r>
                    </a:p>
                  </a:txBody>
                  <a:tcPr/>
                </a:tc>
                <a:tc>
                  <a:txBody>
                    <a:bodyPr/>
                    <a:lstStyle/>
                    <a:p>
                      <a:r>
                        <a:rPr lang="fr-BE" dirty="0">
                          <a:hlinkClick r:id="rId4"/>
                        </a:rPr>
                        <a:t>PHP doc: </a:t>
                      </a:r>
                      <a:r>
                        <a:rPr lang="fr-BE" dirty="0" err="1">
                          <a:hlinkClick r:id="rId4"/>
                        </a:rPr>
                        <a:t>mb_strpos</a:t>
                      </a:r>
                      <a:r>
                        <a:rPr lang="fr-BE" dirty="0">
                          <a:hlinkClick r:id="rId4"/>
                        </a:rPr>
                        <a:t>()</a:t>
                      </a:r>
                      <a:endParaRPr lang="fr-BE" dirty="0"/>
                    </a:p>
                  </a:txBody>
                  <a:tcPr/>
                </a:tc>
                <a:extLst>
                  <a:ext uri="{0D108BD9-81ED-4DB2-BD59-A6C34878D82A}">
                    <a16:rowId xmlns:a16="http://schemas.microsoft.com/office/drawing/2014/main" val="463275330"/>
                  </a:ext>
                </a:extLst>
              </a:tr>
              <a:tr h="370840">
                <a:tc>
                  <a:txBody>
                    <a:bodyPr/>
                    <a:lstStyle/>
                    <a:p>
                      <a:r>
                        <a:rPr lang="fr-BE" b="1" dirty="0" err="1"/>
                        <a:t>mb_substr</a:t>
                      </a:r>
                      <a:r>
                        <a:rPr lang="fr-BE" dirty="0"/>
                        <a:t>(string $string, </a:t>
                      </a:r>
                      <a:r>
                        <a:rPr lang="fr-BE" dirty="0" err="1"/>
                        <a:t>int</a:t>
                      </a:r>
                      <a:r>
                        <a:rPr lang="fr-BE" dirty="0"/>
                        <a:t> $start, ?</a:t>
                      </a:r>
                      <a:r>
                        <a:rPr lang="fr-BE" dirty="0" err="1"/>
                        <a:t>int</a:t>
                      </a:r>
                      <a:r>
                        <a:rPr lang="fr-BE" dirty="0"/>
                        <a:t> $</a:t>
                      </a:r>
                      <a:r>
                        <a:rPr lang="fr-BE" dirty="0" err="1"/>
                        <a:t>length</a:t>
                      </a:r>
                      <a:r>
                        <a:rPr lang="fr-BE" dirty="0"/>
                        <a:t> = </a:t>
                      </a:r>
                      <a:r>
                        <a:rPr lang="fr-BE" dirty="0" err="1"/>
                        <a:t>null</a:t>
                      </a:r>
                      <a:r>
                        <a:rPr lang="fr-BE" dirty="0"/>
                        <a:t>): string</a:t>
                      </a:r>
                    </a:p>
                  </a:txBody>
                  <a:tcPr/>
                </a:tc>
                <a:tc>
                  <a:txBody>
                    <a:bodyPr/>
                    <a:lstStyle/>
                    <a:p>
                      <a:r>
                        <a:rPr lang="fr-BE" dirty="0"/>
                        <a:t>Extrait une sous-chaîne en fonction d’une position de départ.</a:t>
                      </a:r>
                    </a:p>
                  </a:txBody>
                  <a:tcPr/>
                </a:tc>
                <a:tc>
                  <a:txBody>
                    <a:bodyPr/>
                    <a:lstStyle/>
                    <a:p>
                      <a:r>
                        <a:rPr lang="fr-BE" dirty="0">
                          <a:hlinkClick r:id="rId5"/>
                        </a:rPr>
                        <a:t>PHP doc: </a:t>
                      </a:r>
                      <a:r>
                        <a:rPr lang="fr-BE" dirty="0" err="1">
                          <a:hlinkClick r:id="rId5"/>
                        </a:rPr>
                        <a:t>mb_substr</a:t>
                      </a:r>
                      <a:r>
                        <a:rPr lang="fr-BE" dirty="0">
                          <a:hlinkClick r:id="rId5"/>
                        </a:rPr>
                        <a:t>()</a:t>
                      </a:r>
                      <a:endParaRPr lang="fr-BE" dirty="0"/>
                    </a:p>
                  </a:txBody>
                  <a:tcPr/>
                </a:tc>
                <a:extLst>
                  <a:ext uri="{0D108BD9-81ED-4DB2-BD59-A6C34878D82A}">
                    <a16:rowId xmlns:a16="http://schemas.microsoft.com/office/drawing/2014/main" val="3771068884"/>
                  </a:ext>
                </a:extLst>
              </a:tr>
              <a:tr h="370840">
                <a:tc>
                  <a:txBody>
                    <a:bodyPr/>
                    <a:lstStyle/>
                    <a:p>
                      <a:r>
                        <a:rPr lang="en-US" b="1" dirty="0" err="1"/>
                        <a:t>str_replace</a:t>
                      </a:r>
                      <a:r>
                        <a:rPr lang="en-US" dirty="0"/>
                        <a:t>(string $search, string $replace, string $subject, int &amp;$count = null): string</a:t>
                      </a:r>
                      <a:endParaRPr lang="fr-BE" dirty="0"/>
                    </a:p>
                  </a:txBody>
                  <a:tcPr/>
                </a:tc>
                <a:tc>
                  <a:txBody>
                    <a:bodyPr/>
                    <a:lstStyle/>
                    <a:p>
                      <a:r>
                        <a:rPr lang="fr-BE" dirty="0"/>
                        <a:t>Remplace toutes les occurrence d’une sous-chaîne. Sensible à la casse.</a:t>
                      </a:r>
                    </a:p>
                  </a:txBody>
                  <a:tcPr/>
                </a:tc>
                <a:tc>
                  <a:txBody>
                    <a:bodyPr/>
                    <a:lstStyle/>
                    <a:p>
                      <a:r>
                        <a:rPr lang="fr-BE" dirty="0">
                          <a:hlinkClick r:id="rId6"/>
                        </a:rPr>
                        <a:t>PHP doc: </a:t>
                      </a:r>
                      <a:r>
                        <a:rPr lang="fr-BE" dirty="0" err="1">
                          <a:hlinkClick r:id="rId6"/>
                        </a:rPr>
                        <a:t>str_replace</a:t>
                      </a:r>
                      <a:r>
                        <a:rPr lang="fr-BE" dirty="0">
                          <a:hlinkClick r:id="rId6"/>
                        </a:rPr>
                        <a:t>()</a:t>
                      </a:r>
                      <a:endParaRPr lang="fr-BE" dirty="0"/>
                    </a:p>
                  </a:txBody>
                  <a:tcPr/>
                </a:tc>
                <a:extLst>
                  <a:ext uri="{0D108BD9-81ED-4DB2-BD59-A6C34878D82A}">
                    <a16:rowId xmlns:a16="http://schemas.microsoft.com/office/drawing/2014/main" val="1243049715"/>
                  </a:ext>
                </a:extLst>
              </a:tr>
              <a:tr h="370840">
                <a:tc>
                  <a:txBody>
                    <a:bodyPr/>
                    <a:lstStyle/>
                    <a:p>
                      <a:r>
                        <a:rPr lang="fr-BE" b="1" dirty="0"/>
                        <a:t>trim</a:t>
                      </a:r>
                      <a:r>
                        <a:rPr lang="fr-BE" dirty="0"/>
                        <a:t>(string $string): string</a:t>
                      </a:r>
                    </a:p>
                  </a:txBody>
                  <a:tcPr/>
                </a:tc>
                <a:tc>
                  <a:txBody>
                    <a:bodyPr/>
                    <a:lstStyle/>
                    <a:p>
                      <a:r>
                        <a:rPr lang="fr-BE" dirty="0"/>
                        <a:t>Supprime les caractères invisibles en début et fin de chaîne.</a:t>
                      </a:r>
                    </a:p>
                  </a:txBody>
                  <a:tcPr/>
                </a:tc>
                <a:tc>
                  <a:txBody>
                    <a:bodyPr/>
                    <a:lstStyle/>
                    <a:p>
                      <a:r>
                        <a:rPr lang="fr-BE" dirty="0">
                          <a:hlinkClick r:id="rId7"/>
                        </a:rPr>
                        <a:t>PHP doc: trim()</a:t>
                      </a:r>
                      <a:endParaRPr lang="fr-BE" dirty="0"/>
                    </a:p>
                  </a:txBody>
                  <a:tcPr/>
                </a:tc>
                <a:extLst>
                  <a:ext uri="{0D108BD9-81ED-4DB2-BD59-A6C34878D82A}">
                    <a16:rowId xmlns:a16="http://schemas.microsoft.com/office/drawing/2014/main" val="2195823170"/>
                  </a:ext>
                </a:extLst>
              </a:tr>
              <a:tr h="370840">
                <a:tc>
                  <a:txBody>
                    <a:bodyPr/>
                    <a:lstStyle/>
                    <a:p>
                      <a:r>
                        <a:rPr lang="fr-BE" b="1" dirty="0" err="1"/>
                        <a:t>explode</a:t>
                      </a:r>
                      <a:r>
                        <a:rPr lang="fr-BE" dirty="0"/>
                        <a:t>(string $</a:t>
                      </a:r>
                      <a:r>
                        <a:rPr lang="fr-BE" dirty="0" err="1"/>
                        <a:t>separator</a:t>
                      </a:r>
                      <a:r>
                        <a:rPr lang="fr-BE" dirty="0"/>
                        <a:t>, string $string): </a:t>
                      </a:r>
                      <a:r>
                        <a:rPr lang="fr-BE" dirty="0" err="1"/>
                        <a:t>array</a:t>
                      </a:r>
                      <a:endParaRPr lang="fr-BE" dirty="0"/>
                    </a:p>
                  </a:txBody>
                  <a:tcPr/>
                </a:tc>
                <a:tc>
                  <a:txBody>
                    <a:bodyPr/>
                    <a:lstStyle/>
                    <a:p>
                      <a:r>
                        <a:rPr lang="fr-BE" dirty="0"/>
                        <a:t>Scinde une chaîne de caractères en segments, et retourne un tableau.</a:t>
                      </a:r>
                    </a:p>
                  </a:txBody>
                  <a:tcPr/>
                </a:tc>
                <a:tc>
                  <a:txBody>
                    <a:bodyPr/>
                    <a:lstStyle/>
                    <a:p>
                      <a:r>
                        <a:rPr lang="fr-BE" dirty="0">
                          <a:hlinkClick r:id="rId8"/>
                        </a:rPr>
                        <a:t>PHP doc: </a:t>
                      </a:r>
                      <a:r>
                        <a:rPr lang="fr-BE" dirty="0" err="1">
                          <a:hlinkClick r:id="rId8"/>
                        </a:rPr>
                        <a:t>explode</a:t>
                      </a:r>
                      <a:r>
                        <a:rPr lang="fr-BE" dirty="0">
                          <a:hlinkClick r:id="rId8"/>
                        </a:rPr>
                        <a:t>()</a:t>
                      </a:r>
                      <a:endParaRPr lang="fr-BE" dirty="0"/>
                    </a:p>
                  </a:txBody>
                  <a:tcPr/>
                </a:tc>
                <a:extLst>
                  <a:ext uri="{0D108BD9-81ED-4DB2-BD59-A6C34878D82A}">
                    <a16:rowId xmlns:a16="http://schemas.microsoft.com/office/drawing/2014/main" val="3469132185"/>
                  </a:ext>
                </a:extLst>
              </a:tr>
            </a:tbl>
          </a:graphicData>
        </a:graphic>
      </p:graphicFrame>
    </p:spTree>
    <p:extLst>
      <p:ext uri="{BB962C8B-B14F-4D97-AF65-F5344CB8AC3E}">
        <p14:creationId xmlns:p14="http://schemas.microsoft.com/office/powerpoint/2010/main" val="2534834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0B64A1-0D45-0247-CBC1-718017874192}"/>
              </a:ext>
            </a:extLst>
          </p:cNvPr>
          <p:cNvSpPr>
            <a:spLocks noGrp="1"/>
          </p:cNvSpPr>
          <p:nvPr>
            <p:ph type="title"/>
          </p:nvPr>
        </p:nvSpPr>
        <p:spPr/>
        <p:txBody>
          <a:bodyPr/>
          <a:lstStyle/>
          <a:p>
            <a:pPr algn="ctr"/>
            <a:r>
              <a:rPr lang="fr-BE" dirty="0"/>
              <a:t>Exemple avancé de manipulation de string</a:t>
            </a:r>
          </a:p>
        </p:txBody>
      </p:sp>
      <p:sp>
        <p:nvSpPr>
          <p:cNvPr id="4" name="Bande diagonale 3">
            <a:extLst>
              <a:ext uri="{FF2B5EF4-FFF2-40B4-BE49-F238E27FC236}">
                <a16:creationId xmlns:a16="http://schemas.microsoft.com/office/drawing/2014/main" id="{A4251662-D8BB-2675-110D-DBA0C5BB2FAE}"/>
              </a:ext>
            </a:extLst>
          </p:cNvPr>
          <p:cNvSpPr/>
          <p:nvPr/>
        </p:nvSpPr>
        <p:spPr>
          <a:xfrm rot="5400000">
            <a:off x="10126512" y="1570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pic>
        <p:nvPicPr>
          <p:cNvPr id="18" name="Espace réservé du contenu 17" descr="Une image contenant texte, capture d’écran, logiciel, affichage&#10;&#10;Le contenu généré par l’IA peut être incorrect.">
            <a:extLst>
              <a:ext uri="{FF2B5EF4-FFF2-40B4-BE49-F238E27FC236}">
                <a16:creationId xmlns:a16="http://schemas.microsoft.com/office/drawing/2014/main" id="{FEF048BE-A93A-2D98-554E-869304D0BF8D}"/>
              </a:ext>
            </a:extLst>
          </p:cNvPr>
          <p:cNvPicPr>
            <a:picLocks noGrp="1" noChangeAspect="1"/>
          </p:cNvPicPr>
          <p:nvPr>
            <p:ph idx="1"/>
          </p:nvPr>
        </p:nvPicPr>
        <p:blipFill>
          <a:blip r:embed="rId3"/>
          <a:stretch>
            <a:fillRect/>
          </a:stretch>
        </p:blipFill>
        <p:spPr>
          <a:xfrm>
            <a:off x="1508746" y="1825625"/>
            <a:ext cx="9174507" cy="4351338"/>
          </a:xfrm>
          <a:prstGeom prst="rect">
            <a:avLst/>
          </a:prstGeom>
        </p:spPr>
      </p:pic>
    </p:spTree>
    <p:extLst>
      <p:ext uri="{BB962C8B-B14F-4D97-AF65-F5344CB8AC3E}">
        <p14:creationId xmlns:p14="http://schemas.microsoft.com/office/powerpoint/2010/main" val="1587908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C93468-8E2B-84A9-4C39-D54222839181}"/>
              </a:ext>
            </a:extLst>
          </p:cNvPr>
          <p:cNvSpPr>
            <a:spLocks noGrp="1"/>
          </p:cNvSpPr>
          <p:nvPr>
            <p:ph type="title"/>
          </p:nvPr>
        </p:nvSpPr>
        <p:spPr/>
        <p:txBody>
          <a:bodyPr/>
          <a:lstStyle/>
          <a:p>
            <a:pPr algn="ctr"/>
            <a:r>
              <a:rPr lang="fr-BE" dirty="0"/>
              <a:t>Manipulation d’</a:t>
            </a:r>
            <a:r>
              <a:rPr lang="fr-BE" dirty="0" err="1"/>
              <a:t>array</a:t>
            </a:r>
            <a:endParaRPr lang="fr-BE" dirty="0"/>
          </a:p>
        </p:txBody>
      </p:sp>
      <p:graphicFrame>
        <p:nvGraphicFramePr>
          <p:cNvPr id="6" name="Espace réservé du contenu 5">
            <a:extLst>
              <a:ext uri="{FF2B5EF4-FFF2-40B4-BE49-F238E27FC236}">
                <a16:creationId xmlns:a16="http://schemas.microsoft.com/office/drawing/2014/main" id="{FC307BED-EAC4-45E8-1F93-B697A5DB719B}"/>
              </a:ext>
            </a:extLst>
          </p:cNvPr>
          <p:cNvGraphicFramePr>
            <a:graphicFrameLocks noGrp="1"/>
          </p:cNvGraphicFramePr>
          <p:nvPr>
            <p:ph idx="1"/>
            <p:extLst>
              <p:ext uri="{D42A27DB-BD31-4B8C-83A1-F6EECF244321}">
                <p14:modId xmlns:p14="http://schemas.microsoft.com/office/powerpoint/2010/main" val="2587180468"/>
              </p:ext>
            </p:extLst>
          </p:nvPr>
        </p:nvGraphicFramePr>
        <p:xfrm>
          <a:off x="838200" y="1825625"/>
          <a:ext cx="10515597" cy="4216400"/>
        </p:xfrm>
        <a:graphic>
          <a:graphicData uri="http://schemas.openxmlformats.org/drawingml/2006/table">
            <a:tbl>
              <a:tblPr firstRow="1" bandRow="1">
                <a:tableStyleId>{5C22544A-7EE6-4342-B048-85BDC9FD1C3A}</a:tableStyleId>
              </a:tblPr>
              <a:tblGrid>
                <a:gridCol w="3632200">
                  <a:extLst>
                    <a:ext uri="{9D8B030D-6E8A-4147-A177-3AD203B41FA5}">
                      <a16:colId xmlns:a16="http://schemas.microsoft.com/office/drawing/2014/main" val="722780677"/>
                    </a:ext>
                  </a:extLst>
                </a:gridCol>
                <a:gridCol w="4838700">
                  <a:extLst>
                    <a:ext uri="{9D8B030D-6E8A-4147-A177-3AD203B41FA5}">
                      <a16:colId xmlns:a16="http://schemas.microsoft.com/office/drawing/2014/main" val="3275075268"/>
                    </a:ext>
                  </a:extLst>
                </a:gridCol>
                <a:gridCol w="2044697">
                  <a:extLst>
                    <a:ext uri="{9D8B030D-6E8A-4147-A177-3AD203B41FA5}">
                      <a16:colId xmlns:a16="http://schemas.microsoft.com/office/drawing/2014/main" val="2581438335"/>
                    </a:ext>
                  </a:extLst>
                </a:gridCol>
              </a:tblGrid>
              <a:tr h="370840">
                <a:tc>
                  <a:txBody>
                    <a:bodyPr/>
                    <a:lstStyle/>
                    <a:p>
                      <a:pPr algn="ctr"/>
                      <a:r>
                        <a:rPr lang="fr-BE" dirty="0"/>
                        <a:t>Signature simplifiée</a:t>
                      </a:r>
                    </a:p>
                  </a:txBody>
                  <a:tcPr/>
                </a:tc>
                <a:tc>
                  <a:txBody>
                    <a:bodyPr/>
                    <a:lstStyle/>
                    <a:p>
                      <a:pPr algn="ctr"/>
                      <a:r>
                        <a:rPr lang="fr-BE" dirty="0"/>
                        <a:t>Description</a:t>
                      </a:r>
                    </a:p>
                  </a:txBody>
                  <a:tcPr/>
                </a:tc>
                <a:tc>
                  <a:txBody>
                    <a:bodyPr/>
                    <a:lstStyle/>
                    <a:p>
                      <a:pPr algn="ctr"/>
                      <a:r>
                        <a:rPr lang="fr-BE" dirty="0"/>
                        <a:t>Documentation</a:t>
                      </a:r>
                    </a:p>
                  </a:txBody>
                  <a:tcPr/>
                </a:tc>
                <a:extLst>
                  <a:ext uri="{0D108BD9-81ED-4DB2-BD59-A6C34878D82A}">
                    <a16:rowId xmlns:a16="http://schemas.microsoft.com/office/drawing/2014/main" val="901445589"/>
                  </a:ext>
                </a:extLst>
              </a:tr>
              <a:tr h="370840">
                <a:tc>
                  <a:txBody>
                    <a:bodyPr/>
                    <a:lstStyle/>
                    <a:p>
                      <a:r>
                        <a:rPr lang="fr-BE" b="1" dirty="0"/>
                        <a:t>count</a:t>
                      </a:r>
                      <a:r>
                        <a:rPr lang="fr-BE" dirty="0"/>
                        <a:t>(</a:t>
                      </a:r>
                      <a:r>
                        <a:rPr lang="fr-BE" dirty="0" err="1"/>
                        <a:t>array</a:t>
                      </a:r>
                      <a:r>
                        <a:rPr lang="fr-BE" dirty="0"/>
                        <a:t> $value): </a:t>
                      </a:r>
                      <a:r>
                        <a:rPr lang="fr-BE" dirty="0" err="1"/>
                        <a:t>int</a:t>
                      </a:r>
                      <a:endParaRPr lang="fr-BE" dirty="0"/>
                    </a:p>
                  </a:txBody>
                  <a:tcPr/>
                </a:tc>
                <a:tc>
                  <a:txBody>
                    <a:bodyPr/>
                    <a:lstStyle/>
                    <a:p>
                      <a:r>
                        <a:rPr lang="fr-BE" dirty="0"/>
                        <a:t>Compte le nombre d’entrées d’un tableau.</a:t>
                      </a:r>
                    </a:p>
                  </a:txBody>
                  <a:tcPr/>
                </a:tc>
                <a:tc>
                  <a:txBody>
                    <a:bodyPr/>
                    <a:lstStyle/>
                    <a:p>
                      <a:r>
                        <a:rPr lang="fr-BE" dirty="0">
                          <a:hlinkClick r:id="rId2"/>
                        </a:rPr>
                        <a:t>PHP doc : count()</a:t>
                      </a:r>
                      <a:endParaRPr lang="fr-BE" dirty="0"/>
                    </a:p>
                  </a:txBody>
                  <a:tcPr/>
                </a:tc>
                <a:extLst>
                  <a:ext uri="{0D108BD9-81ED-4DB2-BD59-A6C34878D82A}">
                    <a16:rowId xmlns:a16="http://schemas.microsoft.com/office/drawing/2014/main" val="181701358"/>
                  </a:ext>
                </a:extLst>
              </a:tr>
              <a:tr h="370840">
                <a:tc>
                  <a:txBody>
                    <a:bodyPr/>
                    <a:lstStyle/>
                    <a:p>
                      <a:r>
                        <a:rPr lang="en-US" b="1" dirty="0" err="1"/>
                        <a:t>in_array</a:t>
                      </a:r>
                      <a:r>
                        <a:rPr lang="en-US" dirty="0"/>
                        <a:t>(mixed $needle, array $haystack, bool $strict = false): bool</a:t>
                      </a:r>
                      <a:endParaRPr lang="fr-BE" dirty="0"/>
                    </a:p>
                  </a:txBody>
                  <a:tcPr/>
                </a:tc>
                <a:tc>
                  <a:txBody>
                    <a:bodyPr/>
                    <a:lstStyle/>
                    <a:p>
                      <a:r>
                        <a:rPr lang="fr-BE" dirty="0"/>
                        <a:t>Indique si une valeur fait partie d’un tableau.</a:t>
                      </a:r>
                    </a:p>
                  </a:txBody>
                  <a:tcPr/>
                </a:tc>
                <a:tc>
                  <a:txBody>
                    <a:bodyPr/>
                    <a:lstStyle/>
                    <a:p>
                      <a:r>
                        <a:rPr lang="fr-BE" dirty="0">
                          <a:hlinkClick r:id="rId3"/>
                        </a:rPr>
                        <a:t>PHP doc: </a:t>
                      </a:r>
                      <a:r>
                        <a:rPr lang="fr-BE" dirty="0" err="1">
                          <a:hlinkClick r:id="rId3"/>
                        </a:rPr>
                        <a:t>in_array</a:t>
                      </a:r>
                      <a:r>
                        <a:rPr lang="fr-BE" dirty="0">
                          <a:hlinkClick r:id="rId3"/>
                        </a:rPr>
                        <a:t>()</a:t>
                      </a:r>
                      <a:endParaRPr lang="fr-BE" dirty="0"/>
                    </a:p>
                  </a:txBody>
                  <a:tcPr/>
                </a:tc>
                <a:extLst>
                  <a:ext uri="{0D108BD9-81ED-4DB2-BD59-A6C34878D82A}">
                    <a16:rowId xmlns:a16="http://schemas.microsoft.com/office/drawing/2014/main" val="1080796563"/>
                  </a:ext>
                </a:extLst>
              </a:tr>
              <a:tr h="370840">
                <a:tc>
                  <a:txBody>
                    <a:bodyPr/>
                    <a:lstStyle/>
                    <a:p>
                      <a:r>
                        <a:rPr lang="fr-BE" b="1" dirty="0"/>
                        <a:t>sort</a:t>
                      </a:r>
                      <a:r>
                        <a:rPr lang="fr-BE" dirty="0"/>
                        <a:t>(</a:t>
                      </a:r>
                      <a:r>
                        <a:rPr lang="fr-BE" dirty="0" err="1"/>
                        <a:t>array</a:t>
                      </a:r>
                      <a:r>
                        <a:rPr lang="fr-BE" dirty="0"/>
                        <a:t> &amp;$</a:t>
                      </a:r>
                      <a:r>
                        <a:rPr lang="fr-BE" dirty="0" err="1"/>
                        <a:t>array</a:t>
                      </a:r>
                      <a:r>
                        <a:rPr lang="fr-BE" dirty="0"/>
                        <a:t>, </a:t>
                      </a:r>
                      <a:r>
                        <a:rPr lang="fr-BE" dirty="0" err="1"/>
                        <a:t>int</a:t>
                      </a:r>
                      <a:r>
                        <a:rPr lang="fr-BE" dirty="0"/>
                        <a:t> $flags = SORT_REGULAR): </a:t>
                      </a:r>
                      <a:r>
                        <a:rPr lang="fr-BE" dirty="0" err="1"/>
                        <a:t>true</a:t>
                      </a:r>
                      <a:endParaRPr lang="fr-BE" dirty="0"/>
                    </a:p>
                  </a:txBody>
                  <a:tcPr/>
                </a:tc>
                <a:tc>
                  <a:txBody>
                    <a:bodyPr/>
                    <a:lstStyle/>
                    <a:p>
                      <a:r>
                        <a:rPr lang="fr-BE" dirty="0"/>
                        <a:t>Trie les valeurs d’un tableau par ordre croissant.</a:t>
                      </a:r>
                    </a:p>
                  </a:txBody>
                  <a:tcPr/>
                </a:tc>
                <a:tc>
                  <a:txBody>
                    <a:bodyPr/>
                    <a:lstStyle/>
                    <a:p>
                      <a:r>
                        <a:rPr lang="fr-BE" dirty="0">
                          <a:hlinkClick r:id="rId4"/>
                        </a:rPr>
                        <a:t>PHP doc: sort()</a:t>
                      </a:r>
                      <a:endParaRPr lang="fr-BE" dirty="0"/>
                    </a:p>
                  </a:txBody>
                  <a:tcPr/>
                </a:tc>
                <a:extLst>
                  <a:ext uri="{0D108BD9-81ED-4DB2-BD59-A6C34878D82A}">
                    <a16:rowId xmlns:a16="http://schemas.microsoft.com/office/drawing/2014/main" val="2839901129"/>
                  </a:ext>
                </a:extLst>
              </a:tr>
              <a:tr h="370840">
                <a:tc>
                  <a:txBody>
                    <a:bodyPr/>
                    <a:lstStyle/>
                    <a:p>
                      <a:r>
                        <a:rPr lang="en-US" b="1" dirty="0" err="1"/>
                        <a:t>array_merge</a:t>
                      </a:r>
                      <a:r>
                        <a:rPr lang="en-US" dirty="0"/>
                        <a:t>(array ...$arrays): array</a:t>
                      </a:r>
                      <a:endParaRPr lang="fr-BE" dirty="0"/>
                    </a:p>
                  </a:txBody>
                  <a:tcPr/>
                </a:tc>
                <a:tc>
                  <a:txBody>
                    <a:bodyPr/>
                    <a:lstStyle/>
                    <a:p>
                      <a:r>
                        <a:rPr lang="fr-BE" dirty="0"/>
                        <a:t>Rassemble les éléments de plusieurs tableaux en ajoutant les valeurs de l'un à la fin de l'autre.</a:t>
                      </a:r>
                    </a:p>
                  </a:txBody>
                  <a:tcPr/>
                </a:tc>
                <a:tc>
                  <a:txBody>
                    <a:bodyPr/>
                    <a:lstStyle/>
                    <a:p>
                      <a:r>
                        <a:rPr lang="fr-BE" dirty="0">
                          <a:hlinkClick r:id="rId5"/>
                        </a:rPr>
                        <a:t>PHP doc: </a:t>
                      </a:r>
                      <a:r>
                        <a:rPr lang="fr-BE" dirty="0" err="1">
                          <a:hlinkClick r:id="rId5"/>
                        </a:rPr>
                        <a:t>array_merge</a:t>
                      </a:r>
                      <a:r>
                        <a:rPr lang="fr-BE" dirty="0">
                          <a:hlinkClick r:id="rId5"/>
                        </a:rPr>
                        <a:t>()</a:t>
                      </a:r>
                      <a:endParaRPr lang="fr-BE" dirty="0"/>
                    </a:p>
                  </a:txBody>
                  <a:tcPr/>
                </a:tc>
                <a:extLst>
                  <a:ext uri="{0D108BD9-81ED-4DB2-BD59-A6C34878D82A}">
                    <a16:rowId xmlns:a16="http://schemas.microsoft.com/office/drawing/2014/main" val="1467670113"/>
                  </a:ext>
                </a:extLst>
              </a:tr>
              <a:tr h="370840">
                <a:tc>
                  <a:txBody>
                    <a:bodyPr/>
                    <a:lstStyle/>
                    <a:p>
                      <a:r>
                        <a:rPr lang="en-US" b="1" dirty="0" err="1"/>
                        <a:t>array_unique</a:t>
                      </a:r>
                      <a:r>
                        <a:rPr lang="en-US" dirty="0"/>
                        <a:t>(array $array): array</a:t>
                      </a:r>
                      <a:endParaRPr lang="fr-BE" dirty="0"/>
                    </a:p>
                  </a:txBody>
                  <a:tcPr/>
                </a:tc>
                <a:tc>
                  <a:txBody>
                    <a:bodyPr/>
                    <a:lstStyle/>
                    <a:p>
                      <a:r>
                        <a:rPr lang="fr-BE" dirty="0"/>
                        <a:t>Supprime les doublons d’un tableau. Les clés sont préservées (voir `</a:t>
                      </a:r>
                      <a:r>
                        <a:rPr lang="fr-BE" dirty="0" err="1"/>
                        <a:t>array_values</a:t>
                      </a:r>
                      <a:r>
                        <a:rPr lang="fr-BE" dirty="0"/>
                        <a:t>`)</a:t>
                      </a:r>
                    </a:p>
                  </a:txBody>
                  <a:tcPr/>
                </a:tc>
                <a:tc>
                  <a:txBody>
                    <a:bodyPr/>
                    <a:lstStyle/>
                    <a:p>
                      <a:r>
                        <a:rPr lang="fr-BE" dirty="0">
                          <a:hlinkClick r:id="rId6"/>
                        </a:rPr>
                        <a:t>PHP doc: </a:t>
                      </a:r>
                      <a:r>
                        <a:rPr lang="fr-BE" dirty="0" err="1">
                          <a:hlinkClick r:id="rId6"/>
                        </a:rPr>
                        <a:t>array_unique</a:t>
                      </a:r>
                      <a:r>
                        <a:rPr lang="fr-BE" dirty="0">
                          <a:hlinkClick r:id="rId6"/>
                        </a:rPr>
                        <a:t>()</a:t>
                      </a:r>
                      <a:endParaRPr lang="fr-BE" dirty="0"/>
                    </a:p>
                  </a:txBody>
                  <a:tcPr/>
                </a:tc>
                <a:extLst>
                  <a:ext uri="{0D108BD9-81ED-4DB2-BD59-A6C34878D82A}">
                    <a16:rowId xmlns:a16="http://schemas.microsoft.com/office/drawing/2014/main" val="4007496567"/>
                  </a:ext>
                </a:extLst>
              </a:tr>
              <a:tr h="370840">
                <a:tc>
                  <a:txBody>
                    <a:bodyPr/>
                    <a:lstStyle/>
                    <a:p>
                      <a:r>
                        <a:rPr lang="en-US" b="1" dirty="0"/>
                        <a:t>implode</a:t>
                      </a:r>
                      <a:r>
                        <a:rPr lang="en-US" dirty="0"/>
                        <a:t>(string $separator, array $array): string</a:t>
                      </a:r>
                      <a:endParaRPr lang="fr-BE" dirty="0"/>
                    </a:p>
                  </a:txBody>
                  <a:tcPr/>
                </a:tc>
                <a:tc>
                  <a:txBody>
                    <a:bodyPr/>
                    <a:lstStyle/>
                    <a:p>
                      <a:r>
                        <a:rPr lang="fr-BE" dirty="0"/>
                        <a:t>Rassemble les éléments d'un tableau en une chaîne.</a:t>
                      </a:r>
                    </a:p>
                  </a:txBody>
                  <a:tcPr/>
                </a:tc>
                <a:tc>
                  <a:txBody>
                    <a:bodyPr/>
                    <a:lstStyle/>
                    <a:p>
                      <a:r>
                        <a:rPr lang="fr-BE" dirty="0">
                          <a:hlinkClick r:id="rId7"/>
                        </a:rPr>
                        <a:t>PHP doc: </a:t>
                      </a:r>
                      <a:r>
                        <a:rPr lang="fr-BE" dirty="0" err="1">
                          <a:hlinkClick r:id="rId7"/>
                        </a:rPr>
                        <a:t>implode</a:t>
                      </a:r>
                      <a:r>
                        <a:rPr lang="fr-BE" dirty="0">
                          <a:hlinkClick r:id="rId7"/>
                        </a:rPr>
                        <a:t>()</a:t>
                      </a:r>
                      <a:endParaRPr lang="fr-BE" dirty="0"/>
                    </a:p>
                  </a:txBody>
                  <a:tcPr/>
                </a:tc>
                <a:extLst>
                  <a:ext uri="{0D108BD9-81ED-4DB2-BD59-A6C34878D82A}">
                    <a16:rowId xmlns:a16="http://schemas.microsoft.com/office/drawing/2014/main" val="481716161"/>
                  </a:ext>
                </a:extLst>
              </a:tr>
            </a:tbl>
          </a:graphicData>
        </a:graphic>
      </p:graphicFrame>
    </p:spTree>
    <p:extLst>
      <p:ext uri="{BB962C8B-B14F-4D97-AF65-F5344CB8AC3E}">
        <p14:creationId xmlns:p14="http://schemas.microsoft.com/office/powerpoint/2010/main" val="2821850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AA2117-D66D-C49A-CD94-8838987EC4E5}"/>
              </a:ext>
            </a:extLst>
          </p:cNvPr>
          <p:cNvSpPr>
            <a:spLocks noGrp="1"/>
          </p:cNvSpPr>
          <p:nvPr>
            <p:ph type="title"/>
          </p:nvPr>
        </p:nvSpPr>
        <p:spPr/>
        <p:txBody>
          <a:bodyPr/>
          <a:lstStyle/>
          <a:p>
            <a:pPr algn="ctr"/>
            <a:r>
              <a:rPr lang="fr-BE" dirty="0"/>
              <a:t>Exemple avancé de manipulation d’</a:t>
            </a:r>
            <a:r>
              <a:rPr lang="fr-BE" dirty="0" err="1"/>
              <a:t>array</a:t>
            </a:r>
            <a:endParaRPr lang="fr-BE" dirty="0"/>
          </a:p>
        </p:txBody>
      </p:sp>
      <p:pic>
        <p:nvPicPr>
          <p:cNvPr id="5" name="Espace réservé du contenu 4" descr="Une image contenant texte, capture d’écran, logiciel&#10;&#10;Le contenu généré par l’IA peut être incorrect.">
            <a:extLst>
              <a:ext uri="{FF2B5EF4-FFF2-40B4-BE49-F238E27FC236}">
                <a16:creationId xmlns:a16="http://schemas.microsoft.com/office/drawing/2014/main" id="{4F639255-CB80-A885-B082-4DDF655F96AB}"/>
              </a:ext>
            </a:extLst>
          </p:cNvPr>
          <p:cNvPicPr>
            <a:picLocks noGrp="1" noChangeAspect="1"/>
          </p:cNvPicPr>
          <p:nvPr>
            <p:ph idx="1"/>
          </p:nvPr>
        </p:nvPicPr>
        <p:blipFill>
          <a:blip r:embed="rId3"/>
          <a:stretch>
            <a:fillRect/>
          </a:stretch>
        </p:blipFill>
        <p:spPr>
          <a:xfrm>
            <a:off x="3593370" y="1825625"/>
            <a:ext cx="5005260" cy="4351338"/>
          </a:xfrm>
          <a:prstGeom prst="rect">
            <a:avLst/>
          </a:prstGeom>
        </p:spPr>
      </p:pic>
      <p:sp>
        <p:nvSpPr>
          <p:cNvPr id="6" name="Bande diagonale 5">
            <a:extLst>
              <a:ext uri="{FF2B5EF4-FFF2-40B4-BE49-F238E27FC236}">
                <a16:creationId xmlns:a16="http://schemas.microsoft.com/office/drawing/2014/main" id="{9BDDE36C-D5EC-6CB1-FE56-E9BA59687F3F}"/>
              </a:ext>
            </a:extLst>
          </p:cNvPr>
          <p:cNvSpPr/>
          <p:nvPr/>
        </p:nvSpPr>
        <p:spPr>
          <a:xfrm rot="5400000">
            <a:off x="10126512" y="1570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2635915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0705476-61D1-3FF5-0E7D-A9DCCFC05723}"/>
              </a:ext>
            </a:extLst>
          </p:cNvPr>
          <p:cNvSpPr>
            <a:spLocks noGrp="1"/>
          </p:cNvSpPr>
          <p:nvPr>
            <p:ph type="title"/>
          </p:nvPr>
        </p:nvSpPr>
        <p:spPr/>
        <p:txBody>
          <a:bodyPr/>
          <a:lstStyle/>
          <a:p>
            <a:r>
              <a:rPr lang="fr-BE" dirty="0"/>
              <a:t>Erreurs, exceptions et journaux</a:t>
            </a:r>
          </a:p>
        </p:txBody>
      </p:sp>
      <p:sp>
        <p:nvSpPr>
          <p:cNvPr id="6" name="Espace réservé du texte 5">
            <a:extLst>
              <a:ext uri="{FF2B5EF4-FFF2-40B4-BE49-F238E27FC236}">
                <a16:creationId xmlns:a16="http://schemas.microsoft.com/office/drawing/2014/main" id="{47EBFAEC-BDEB-FBCB-7D16-4380843C1754}"/>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1943535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969A23A-C856-F7E9-662F-10B1C7ED961C}"/>
              </a:ext>
            </a:extLst>
          </p:cNvPr>
          <p:cNvSpPr>
            <a:spLocks noGrp="1"/>
          </p:cNvSpPr>
          <p:nvPr>
            <p:ph type="title"/>
          </p:nvPr>
        </p:nvSpPr>
        <p:spPr/>
        <p:txBody>
          <a:bodyPr/>
          <a:lstStyle/>
          <a:p>
            <a:pPr algn="ctr"/>
            <a:r>
              <a:rPr lang="fr-BE" dirty="0"/>
              <a:t>Erreurs en PHP</a:t>
            </a:r>
          </a:p>
        </p:txBody>
      </p:sp>
      <p:sp>
        <p:nvSpPr>
          <p:cNvPr id="8" name="Espace réservé du texte 7">
            <a:extLst>
              <a:ext uri="{FF2B5EF4-FFF2-40B4-BE49-F238E27FC236}">
                <a16:creationId xmlns:a16="http://schemas.microsoft.com/office/drawing/2014/main" id="{8583AFE3-EBAF-37A0-96A1-D6068EFADC0A}"/>
              </a:ext>
            </a:extLst>
          </p:cNvPr>
          <p:cNvSpPr>
            <a:spLocks noGrp="1"/>
          </p:cNvSpPr>
          <p:nvPr>
            <p:ph type="body" idx="1"/>
          </p:nvPr>
        </p:nvSpPr>
        <p:spPr/>
        <p:txBody>
          <a:bodyPr/>
          <a:lstStyle/>
          <a:p>
            <a:pPr algn="ctr"/>
            <a:r>
              <a:rPr lang="fr-BE" dirty="0"/>
              <a:t>Principes</a:t>
            </a:r>
          </a:p>
          <a:p>
            <a:pPr algn="ctr"/>
            <a:endParaRPr lang="fr-BE" dirty="0"/>
          </a:p>
        </p:txBody>
      </p:sp>
      <p:sp>
        <p:nvSpPr>
          <p:cNvPr id="5" name="Espace réservé du contenu 4">
            <a:extLst>
              <a:ext uri="{FF2B5EF4-FFF2-40B4-BE49-F238E27FC236}">
                <a16:creationId xmlns:a16="http://schemas.microsoft.com/office/drawing/2014/main" id="{B98CE3D7-326D-3AC8-FB90-7B36D85B504B}"/>
              </a:ext>
            </a:extLst>
          </p:cNvPr>
          <p:cNvSpPr>
            <a:spLocks noGrp="1"/>
          </p:cNvSpPr>
          <p:nvPr>
            <p:ph sz="half" idx="2"/>
          </p:nvPr>
        </p:nvSpPr>
        <p:spPr>
          <a:xfrm>
            <a:off x="839788" y="2505074"/>
            <a:ext cx="5157787" cy="2671763"/>
          </a:xfrm>
        </p:spPr>
        <p:txBody>
          <a:bodyPr>
            <a:normAutofit fontScale="62500" lnSpcReduction="20000"/>
          </a:bodyPr>
          <a:lstStyle/>
          <a:p>
            <a:r>
              <a:rPr lang="fr-BE" dirty="0"/>
              <a:t>Une erreur représente une anomalie lors de l’exécution du code.</a:t>
            </a:r>
          </a:p>
          <a:p>
            <a:r>
              <a:rPr lang="fr-BE" dirty="0"/>
              <a:t>Les erreurs sont « déclenchées » (trigger) par le moteur de PHP (ou éventuellement par le codeur).</a:t>
            </a:r>
          </a:p>
          <a:p>
            <a:r>
              <a:rPr lang="fr-BE" dirty="0"/>
              <a:t>Les erreurs sont classées en types (ou niveau), selon leur importance et leurs caractéristiques.</a:t>
            </a:r>
          </a:p>
          <a:p>
            <a:r>
              <a:rPr lang="fr-BE" dirty="0"/>
              <a:t>Une erreur implique une correction du code.</a:t>
            </a:r>
          </a:p>
          <a:p>
            <a:r>
              <a:rPr lang="fr-BE" dirty="0"/>
              <a:t>Ressources:</a:t>
            </a:r>
          </a:p>
          <a:p>
            <a:pPr lvl="1"/>
            <a:r>
              <a:rPr lang="fr-BE" dirty="0">
                <a:hlinkClick r:id="rId2"/>
              </a:rPr>
              <a:t>PHP doc - Erreurs</a:t>
            </a:r>
            <a:endParaRPr lang="fr-BE" dirty="0"/>
          </a:p>
        </p:txBody>
      </p:sp>
      <p:sp>
        <p:nvSpPr>
          <p:cNvPr id="9" name="Espace réservé du texte 8">
            <a:extLst>
              <a:ext uri="{FF2B5EF4-FFF2-40B4-BE49-F238E27FC236}">
                <a16:creationId xmlns:a16="http://schemas.microsoft.com/office/drawing/2014/main" id="{F6C32FAE-63B5-E9AC-B899-AF3C34C0B944}"/>
              </a:ext>
            </a:extLst>
          </p:cNvPr>
          <p:cNvSpPr>
            <a:spLocks noGrp="1"/>
          </p:cNvSpPr>
          <p:nvPr>
            <p:ph type="body" sz="quarter" idx="3"/>
          </p:nvPr>
        </p:nvSpPr>
        <p:spPr/>
        <p:txBody>
          <a:bodyPr/>
          <a:lstStyle/>
          <a:p>
            <a:pPr algn="ctr"/>
            <a:r>
              <a:rPr lang="fr-BE" dirty="0"/>
              <a:t>Principaux types d’erreur</a:t>
            </a:r>
          </a:p>
          <a:p>
            <a:pPr algn="ctr"/>
            <a:endParaRPr lang="fr-BE" dirty="0"/>
          </a:p>
        </p:txBody>
      </p:sp>
      <p:graphicFrame>
        <p:nvGraphicFramePr>
          <p:cNvPr id="7" name="Espace réservé du contenu 6">
            <a:extLst>
              <a:ext uri="{FF2B5EF4-FFF2-40B4-BE49-F238E27FC236}">
                <a16:creationId xmlns:a16="http://schemas.microsoft.com/office/drawing/2014/main" id="{74B72DBC-F4AC-B3FD-966A-A43B968ECF11}"/>
              </a:ext>
            </a:extLst>
          </p:cNvPr>
          <p:cNvGraphicFramePr>
            <a:graphicFrameLocks noGrp="1"/>
          </p:cNvGraphicFramePr>
          <p:nvPr>
            <p:ph sz="quarter" idx="4"/>
            <p:extLst>
              <p:ext uri="{D42A27DB-BD31-4B8C-83A1-F6EECF244321}">
                <p14:modId xmlns:p14="http://schemas.microsoft.com/office/powerpoint/2010/main" val="1619115083"/>
              </p:ext>
            </p:extLst>
          </p:nvPr>
        </p:nvGraphicFramePr>
        <p:xfrm>
          <a:off x="6172200" y="2505075"/>
          <a:ext cx="5183188" cy="3997960"/>
        </p:xfrm>
        <a:graphic>
          <a:graphicData uri="http://schemas.openxmlformats.org/drawingml/2006/table">
            <a:tbl>
              <a:tblPr firstRow="1" bandRow="1">
                <a:tableStyleId>{5C22544A-7EE6-4342-B048-85BDC9FD1C3A}</a:tableStyleId>
              </a:tblPr>
              <a:tblGrid>
                <a:gridCol w="1791586">
                  <a:extLst>
                    <a:ext uri="{9D8B030D-6E8A-4147-A177-3AD203B41FA5}">
                      <a16:colId xmlns:a16="http://schemas.microsoft.com/office/drawing/2014/main" val="3939635275"/>
                    </a:ext>
                  </a:extLst>
                </a:gridCol>
                <a:gridCol w="3391602">
                  <a:extLst>
                    <a:ext uri="{9D8B030D-6E8A-4147-A177-3AD203B41FA5}">
                      <a16:colId xmlns:a16="http://schemas.microsoft.com/office/drawing/2014/main" val="2131804990"/>
                    </a:ext>
                  </a:extLst>
                </a:gridCol>
              </a:tblGrid>
              <a:tr h="370840">
                <a:tc>
                  <a:txBody>
                    <a:bodyPr/>
                    <a:lstStyle/>
                    <a:p>
                      <a:r>
                        <a:rPr lang="fr-BE" dirty="0"/>
                        <a:t>Type  d’erreur</a:t>
                      </a:r>
                    </a:p>
                  </a:txBody>
                  <a:tcPr/>
                </a:tc>
                <a:tc>
                  <a:txBody>
                    <a:bodyPr/>
                    <a:lstStyle/>
                    <a:p>
                      <a:r>
                        <a:rPr lang="fr-BE" dirty="0"/>
                        <a:t>Description</a:t>
                      </a:r>
                    </a:p>
                  </a:txBody>
                  <a:tcPr/>
                </a:tc>
                <a:extLst>
                  <a:ext uri="{0D108BD9-81ED-4DB2-BD59-A6C34878D82A}">
                    <a16:rowId xmlns:a16="http://schemas.microsoft.com/office/drawing/2014/main" val="1581337141"/>
                  </a:ext>
                </a:extLst>
              </a:tr>
              <a:tr h="370840">
                <a:tc>
                  <a:txBody>
                    <a:bodyPr/>
                    <a:lstStyle/>
                    <a:p>
                      <a:r>
                        <a:rPr lang="fr-BE" dirty="0"/>
                        <a:t>E_PARSE</a:t>
                      </a:r>
                    </a:p>
                  </a:txBody>
                  <a:tcPr/>
                </a:tc>
                <a:tc>
                  <a:txBody>
                    <a:bodyPr/>
                    <a:lstStyle/>
                    <a:p>
                      <a:r>
                        <a:rPr lang="fr-BE" sz="1600" dirty="0"/>
                        <a:t>Erreur de compilation: le code ne peut pas être exécuté.</a:t>
                      </a:r>
                    </a:p>
                  </a:txBody>
                  <a:tcPr/>
                </a:tc>
                <a:extLst>
                  <a:ext uri="{0D108BD9-81ED-4DB2-BD59-A6C34878D82A}">
                    <a16:rowId xmlns:a16="http://schemas.microsoft.com/office/drawing/2014/main" val="2988655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E_ERROR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a:t>Erreur fatale: l'exécution du script est interrompue.</a:t>
                      </a:r>
                    </a:p>
                  </a:txBody>
                  <a:tcPr/>
                </a:tc>
                <a:extLst>
                  <a:ext uri="{0D108BD9-81ED-4DB2-BD59-A6C34878D82A}">
                    <a16:rowId xmlns:a16="http://schemas.microsoft.com/office/drawing/2014/main" val="305526781"/>
                  </a:ext>
                </a:extLst>
              </a:tr>
              <a:tr h="370840">
                <a:tc>
                  <a:txBody>
                    <a:bodyPr/>
                    <a:lstStyle/>
                    <a:p>
                      <a:r>
                        <a:rPr lang="fr-BE" dirty="0"/>
                        <a:t>E_WARNING</a:t>
                      </a:r>
                    </a:p>
                  </a:txBody>
                  <a:tcPr/>
                </a:tc>
                <a:tc>
                  <a:txBody>
                    <a:bodyPr/>
                    <a:lstStyle/>
                    <a:p>
                      <a:r>
                        <a:rPr lang="fr-BE" sz="1600" dirty="0"/>
                        <a:t>Avertissement: l’exécution continue avec un dysfonctionnement certain.</a:t>
                      </a:r>
                    </a:p>
                  </a:txBody>
                  <a:tcPr/>
                </a:tc>
                <a:extLst>
                  <a:ext uri="{0D108BD9-81ED-4DB2-BD59-A6C34878D82A}">
                    <a16:rowId xmlns:a16="http://schemas.microsoft.com/office/drawing/2014/main" val="2023467231"/>
                  </a:ext>
                </a:extLst>
              </a:tr>
              <a:tr h="370840">
                <a:tc>
                  <a:txBody>
                    <a:bodyPr/>
                    <a:lstStyle/>
                    <a:p>
                      <a:r>
                        <a:rPr lang="fr-BE" dirty="0"/>
                        <a:t>E_NOTICE</a:t>
                      </a:r>
                    </a:p>
                  </a:txBody>
                  <a:tcPr/>
                </a:tc>
                <a:tc>
                  <a:txBody>
                    <a:bodyPr/>
                    <a:lstStyle/>
                    <a:p>
                      <a:r>
                        <a:rPr lang="fr-BE" sz="1600" dirty="0"/>
                        <a:t>Notification: l’exécution continue avec un dysfonctionnement potentiel.</a:t>
                      </a:r>
                    </a:p>
                  </a:txBody>
                  <a:tcPr/>
                </a:tc>
                <a:extLst>
                  <a:ext uri="{0D108BD9-81ED-4DB2-BD59-A6C34878D82A}">
                    <a16:rowId xmlns:a16="http://schemas.microsoft.com/office/drawing/2014/main" val="554866655"/>
                  </a:ext>
                </a:extLst>
              </a:tr>
              <a:tr h="370840">
                <a:tc>
                  <a:txBody>
                    <a:bodyPr/>
                    <a:lstStyle/>
                    <a:p>
                      <a:r>
                        <a:rPr lang="fr-BE" dirty="0"/>
                        <a:t>E_DEPRACATED</a:t>
                      </a:r>
                    </a:p>
                  </a:txBody>
                  <a:tcPr/>
                </a:tc>
                <a:tc>
                  <a:txBody>
                    <a:bodyPr/>
                    <a:lstStyle/>
                    <a:p>
                      <a:r>
                        <a:rPr lang="fr-BE" sz="1600" dirty="0"/>
                        <a:t>Avis de dépréciation: utilisation obsolète qui entraînera un dysfonctionnement dans une prochaine version.</a:t>
                      </a:r>
                    </a:p>
                  </a:txBody>
                  <a:tcPr/>
                </a:tc>
                <a:extLst>
                  <a:ext uri="{0D108BD9-81ED-4DB2-BD59-A6C34878D82A}">
                    <a16:rowId xmlns:a16="http://schemas.microsoft.com/office/drawing/2014/main" val="1691552678"/>
                  </a:ext>
                </a:extLst>
              </a:tr>
            </a:tbl>
          </a:graphicData>
        </a:graphic>
      </p:graphicFrame>
      <p:pic>
        <p:nvPicPr>
          <p:cNvPr id="11" name="Image 10" descr="Une image contenant texte, capture d’écran, Police, ligne&#10;&#10;Le contenu généré par l’IA peut être incorrect.">
            <a:extLst>
              <a:ext uri="{FF2B5EF4-FFF2-40B4-BE49-F238E27FC236}">
                <a16:creationId xmlns:a16="http://schemas.microsoft.com/office/drawing/2014/main" id="{A61CA189-3DDA-69E5-A936-72581C11F27B}"/>
              </a:ext>
            </a:extLst>
          </p:cNvPr>
          <p:cNvPicPr>
            <a:picLocks noChangeAspect="1"/>
          </p:cNvPicPr>
          <p:nvPr/>
        </p:nvPicPr>
        <p:blipFill>
          <a:blip r:embed="rId3"/>
          <a:stretch>
            <a:fillRect/>
          </a:stretch>
        </p:blipFill>
        <p:spPr>
          <a:xfrm>
            <a:off x="304983" y="5462294"/>
            <a:ext cx="5157788" cy="1040741"/>
          </a:xfrm>
          <a:prstGeom prst="rect">
            <a:avLst/>
          </a:prstGeom>
        </p:spPr>
      </p:pic>
    </p:spTree>
    <p:extLst>
      <p:ext uri="{BB962C8B-B14F-4D97-AF65-F5344CB8AC3E}">
        <p14:creationId xmlns:p14="http://schemas.microsoft.com/office/powerpoint/2010/main" val="1743586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D467F4-DA11-2E57-5843-5C4D13E56775}"/>
              </a:ext>
            </a:extLst>
          </p:cNvPr>
          <p:cNvSpPr>
            <a:spLocks noGrp="1"/>
          </p:cNvSpPr>
          <p:nvPr>
            <p:ph type="title"/>
          </p:nvPr>
        </p:nvSpPr>
        <p:spPr/>
        <p:txBody>
          <a:bodyPr/>
          <a:lstStyle/>
          <a:p>
            <a:pPr algn="ctr"/>
            <a:r>
              <a:rPr lang="fr-BE" dirty="0"/>
              <a:t>Gestion des erreurs</a:t>
            </a:r>
          </a:p>
        </p:txBody>
      </p:sp>
      <p:sp>
        <p:nvSpPr>
          <p:cNvPr id="3" name="Espace réservé du texte 2">
            <a:extLst>
              <a:ext uri="{FF2B5EF4-FFF2-40B4-BE49-F238E27FC236}">
                <a16:creationId xmlns:a16="http://schemas.microsoft.com/office/drawing/2014/main" id="{69ECCBCB-4BE4-5FE7-0853-88A122EB9AF7}"/>
              </a:ext>
            </a:extLst>
          </p:cNvPr>
          <p:cNvSpPr>
            <a:spLocks noGrp="1"/>
          </p:cNvSpPr>
          <p:nvPr>
            <p:ph type="body" idx="1"/>
          </p:nvPr>
        </p:nvSpPr>
        <p:spPr/>
        <p:txBody>
          <a:bodyPr/>
          <a:lstStyle/>
          <a:p>
            <a:pPr algn="ctr"/>
            <a:r>
              <a:rPr lang="fr-BE" dirty="0"/>
              <a:t>Principes</a:t>
            </a:r>
          </a:p>
          <a:p>
            <a:pPr algn="ctr"/>
            <a:endParaRPr lang="fr-BE" dirty="0"/>
          </a:p>
        </p:txBody>
      </p:sp>
      <p:sp>
        <p:nvSpPr>
          <p:cNvPr id="4" name="Espace réservé du contenu 3">
            <a:extLst>
              <a:ext uri="{FF2B5EF4-FFF2-40B4-BE49-F238E27FC236}">
                <a16:creationId xmlns:a16="http://schemas.microsoft.com/office/drawing/2014/main" id="{CC761210-5B8C-059C-A9DF-E055F709C4FA}"/>
              </a:ext>
            </a:extLst>
          </p:cNvPr>
          <p:cNvSpPr>
            <a:spLocks noGrp="1"/>
          </p:cNvSpPr>
          <p:nvPr>
            <p:ph sz="half" idx="2"/>
          </p:nvPr>
        </p:nvSpPr>
        <p:spPr/>
        <p:txBody>
          <a:bodyPr>
            <a:normAutofit fontScale="70000" lnSpcReduction="20000"/>
          </a:bodyPr>
          <a:lstStyle/>
          <a:p>
            <a:r>
              <a:rPr lang="fr-BE" dirty="0"/>
              <a:t>Idéalement:</a:t>
            </a:r>
          </a:p>
          <a:p>
            <a:pPr lvl="1"/>
            <a:r>
              <a:rPr lang="fr-BE" dirty="0"/>
              <a:t>La gestion des erreurs est gérée dans la config  PHP.</a:t>
            </a:r>
          </a:p>
          <a:p>
            <a:pPr lvl="1"/>
            <a:r>
              <a:rPr lang="fr-BE" dirty="0"/>
              <a:t>Aucun type d’erreur n’est ignoré.</a:t>
            </a:r>
          </a:p>
          <a:p>
            <a:pPr lvl="1"/>
            <a:r>
              <a:rPr lang="fr-BE" dirty="0"/>
              <a:t>Les erreurs sont affichées en dev mais cachées en prod (notamment pour des raisons de sécurité).</a:t>
            </a:r>
          </a:p>
          <a:p>
            <a:pPr lvl="1"/>
            <a:r>
              <a:rPr lang="fr-BE" dirty="0"/>
              <a:t>Les erreurs sont journalisées en prod (dans un répertoire non public).</a:t>
            </a:r>
          </a:p>
          <a:p>
            <a:r>
              <a:rPr lang="fr-BE" dirty="0"/>
              <a:t>(A noter que certaines erreurs peuvent être rattrapées en tant qu’exception.)</a:t>
            </a:r>
          </a:p>
          <a:p>
            <a:r>
              <a:rPr lang="fr-BE" dirty="0"/>
              <a:t>Ressources:</a:t>
            </a:r>
          </a:p>
          <a:p>
            <a:pPr lvl="1"/>
            <a:r>
              <a:rPr lang="fr-BE" dirty="0">
                <a:hlinkClick r:id="rId2"/>
              </a:rPr>
              <a:t>PHP doc – Gestion des erreurs</a:t>
            </a:r>
            <a:r>
              <a:rPr lang="fr-BE" dirty="0"/>
              <a:t> </a:t>
            </a:r>
          </a:p>
          <a:p>
            <a:pPr lvl="1"/>
            <a:r>
              <a:rPr lang="fr-BE" dirty="0">
                <a:hlinkClick r:id="rId3"/>
              </a:rPr>
              <a:t>PHP doc - Directives d'erreur</a:t>
            </a:r>
            <a:endParaRPr lang="fr-BE" dirty="0"/>
          </a:p>
        </p:txBody>
      </p:sp>
      <p:sp>
        <p:nvSpPr>
          <p:cNvPr id="5" name="Espace réservé du texte 4">
            <a:extLst>
              <a:ext uri="{FF2B5EF4-FFF2-40B4-BE49-F238E27FC236}">
                <a16:creationId xmlns:a16="http://schemas.microsoft.com/office/drawing/2014/main" id="{CC35EE2A-010D-5EFA-F658-FB5AC79AAC38}"/>
              </a:ext>
            </a:extLst>
          </p:cNvPr>
          <p:cNvSpPr>
            <a:spLocks noGrp="1"/>
          </p:cNvSpPr>
          <p:nvPr>
            <p:ph type="body" sz="quarter" idx="3"/>
          </p:nvPr>
        </p:nvSpPr>
        <p:spPr/>
        <p:txBody>
          <a:bodyPr/>
          <a:lstStyle/>
          <a:p>
            <a:pPr algn="ctr"/>
            <a:r>
              <a:rPr lang="fr-BE" dirty="0"/>
              <a:t>Principales directives</a:t>
            </a:r>
          </a:p>
          <a:p>
            <a:pPr algn="ctr"/>
            <a:endParaRPr lang="fr-BE" dirty="0"/>
          </a:p>
        </p:txBody>
      </p:sp>
      <p:graphicFrame>
        <p:nvGraphicFramePr>
          <p:cNvPr id="8" name="Espace réservé du contenu 7">
            <a:extLst>
              <a:ext uri="{FF2B5EF4-FFF2-40B4-BE49-F238E27FC236}">
                <a16:creationId xmlns:a16="http://schemas.microsoft.com/office/drawing/2014/main" id="{64990140-F6CE-648E-BAB5-69F0BC89906B}"/>
              </a:ext>
            </a:extLst>
          </p:cNvPr>
          <p:cNvGraphicFramePr>
            <a:graphicFrameLocks noGrp="1"/>
          </p:cNvGraphicFramePr>
          <p:nvPr>
            <p:ph sz="quarter" idx="4"/>
            <p:extLst>
              <p:ext uri="{D42A27DB-BD31-4B8C-83A1-F6EECF244321}">
                <p14:modId xmlns:p14="http://schemas.microsoft.com/office/powerpoint/2010/main" val="1748873569"/>
              </p:ext>
            </p:extLst>
          </p:nvPr>
        </p:nvGraphicFramePr>
        <p:xfrm>
          <a:off x="6172200" y="2505075"/>
          <a:ext cx="5183187" cy="4297680"/>
        </p:xfrm>
        <a:graphic>
          <a:graphicData uri="http://schemas.openxmlformats.org/drawingml/2006/table">
            <a:tbl>
              <a:tblPr firstRow="1" bandRow="1">
                <a:tableStyleId>{5C22544A-7EE6-4342-B048-85BDC9FD1C3A}</a:tableStyleId>
              </a:tblPr>
              <a:tblGrid>
                <a:gridCol w="1727729">
                  <a:extLst>
                    <a:ext uri="{9D8B030D-6E8A-4147-A177-3AD203B41FA5}">
                      <a16:colId xmlns:a16="http://schemas.microsoft.com/office/drawing/2014/main" val="1696137141"/>
                    </a:ext>
                  </a:extLst>
                </a:gridCol>
                <a:gridCol w="1727729">
                  <a:extLst>
                    <a:ext uri="{9D8B030D-6E8A-4147-A177-3AD203B41FA5}">
                      <a16:colId xmlns:a16="http://schemas.microsoft.com/office/drawing/2014/main" val="2950259362"/>
                    </a:ext>
                  </a:extLst>
                </a:gridCol>
                <a:gridCol w="1727729">
                  <a:extLst>
                    <a:ext uri="{9D8B030D-6E8A-4147-A177-3AD203B41FA5}">
                      <a16:colId xmlns:a16="http://schemas.microsoft.com/office/drawing/2014/main" val="2700947641"/>
                    </a:ext>
                  </a:extLst>
                </a:gridCol>
              </a:tblGrid>
              <a:tr h="370840">
                <a:tc>
                  <a:txBody>
                    <a:bodyPr/>
                    <a:lstStyle/>
                    <a:p>
                      <a:r>
                        <a:rPr lang="fr-BE" dirty="0"/>
                        <a:t>Directive</a:t>
                      </a:r>
                    </a:p>
                  </a:txBody>
                  <a:tcPr/>
                </a:tc>
                <a:tc>
                  <a:txBody>
                    <a:bodyPr/>
                    <a:lstStyle/>
                    <a:p>
                      <a:r>
                        <a:rPr lang="fr-BE" dirty="0"/>
                        <a:t>Description</a:t>
                      </a:r>
                    </a:p>
                  </a:txBody>
                  <a:tcPr/>
                </a:tc>
                <a:tc>
                  <a:txBody>
                    <a:bodyPr/>
                    <a:lstStyle/>
                    <a:p>
                      <a:r>
                        <a:rPr lang="fr-BE" dirty="0"/>
                        <a:t>Valeur recommandée</a:t>
                      </a:r>
                    </a:p>
                  </a:txBody>
                  <a:tcPr/>
                </a:tc>
                <a:extLst>
                  <a:ext uri="{0D108BD9-81ED-4DB2-BD59-A6C34878D82A}">
                    <a16:rowId xmlns:a16="http://schemas.microsoft.com/office/drawing/2014/main" val="1387327953"/>
                  </a:ext>
                </a:extLst>
              </a:tr>
              <a:tr h="370840">
                <a:tc>
                  <a:txBody>
                    <a:bodyPr/>
                    <a:lstStyle/>
                    <a:p>
                      <a:r>
                        <a:rPr lang="fr-BE" dirty="0" err="1"/>
                        <a:t>error_reporting</a:t>
                      </a:r>
                      <a:endParaRPr lang="fr-BE" dirty="0"/>
                    </a:p>
                  </a:txBody>
                  <a:tcPr/>
                </a:tc>
                <a:tc>
                  <a:txBody>
                    <a:bodyPr/>
                    <a:lstStyle/>
                    <a:p>
                      <a:r>
                        <a:rPr lang="fr-BE" dirty="0"/>
                        <a:t>Fixe le niveau d'erreur.</a:t>
                      </a:r>
                    </a:p>
                  </a:txBody>
                  <a:tcPr/>
                </a:tc>
                <a:tc>
                  <a:txBody>
                    <a:bodyPr/>
                    <a:lstStyle/>
                    <a:p>
                      <a:r>
                        <a:rPr lang="fr-BE" dirty="0"/>
                        <a:t>E_ALL</a:t>
                      </a:r>
                    </a:p>
                  </a:txBody>
                  <a:tcPr/>
                </a:tc>
                <a:extLst>
                  <a:ext uri="{0D108BD9-81ED-4DB2-BD59-A6C34878D82A}">
                    <a16:rowId xmlns:a16="http://schemas.microsoft.com/office/drawing/2014/main" val="2700460616"/>
                  </a:ext>
                </a:extLst>
              </a:tr>
              <a:tr h="370840">
                <a:tc>
                  <a:txBody>
                    <a:bodyPr/>
                    <a:lstStyle/>
                    <a:p>
                      <a:r>
                        <a:rPr lang="fr-BE" dirty="0" err="1"/>
                        <a:t>display_errors</a:t>
                      </a:r>
                      <a:endParaRPr lang="fr-BE" dirty="0"/>
                    </a:p>
                  </a:txBody>
                  <a:tcPr/>
                </a:tc>
                <a:tc>
                  <a:txBody>
                    <a:bodyPr/>
                    <a:lstStyle/>
                    <a:p>
                      <a:r>
                        <a:rPr lang="fr-BE" dirty="0"/>
                        <a:t>Affiche ou non les erreurs à l’écran.</a:t>
                      </a:r>
                    </a:p>
                  </a:txBody>
                  <a:tcPr/>
                </a:tc>
                <a:tc>
                  <a:txBody>
                    <a:bodyPr/>
                    <a:lstStyle/>
                    <a:p>
                      <a:r>
                        <a:rPr lang="fr-BE" dirty="0"/>
                        <a:t>« On » en dev</a:t>
                      </a:r>
                    </a:p>
                    <a:p>
                      <a:r>
                        <a:rPr lang="fr-BE" dirty="0"/>
                        <a:t>« Off » en prod</a:t>
                      </a:r>
                    </a:p>
                  </a:txBody>
                  <a:tcPr/>
                </a:tc>
                <a:extLst>
                  <a:ext uri="{0D108BD9-81ED-4DB2-BD59-A6C34878D82A}">
                    <a16:rowId xmlns:a16="http://schemas.microsoft.com/office/drawing/2014/main" val="977680409"/>
                  </a:ext>
                </a:extLst>
              </a:tr>
              <a:tr h="370840">
                <a:tc>
                  <a:txBody>
                    <a:bodyPr/>
                    <a:lstStyle/>
                    <a:p>
                      <a:r>
                        <a:rPr lang="fr-BE" sz="1800" b="0" i="0" kern="1200" dirty="0" err="1">
                          <a:solidFill>
                            <a:schemeClr val="dk1"/>
                          </a:solidFill>
                          <a:effectLst/>
                          <a:latin typeface="+mn-lt"/>
                          <a:ea typeface="+mn-ea"/>
                          <a:cs typeface="+mn-cs"/>
                        </a:rPr>
                        <a:t>log_errors</a:t>
                      </a:r>
                      <a:endParaRPr lang="fr-BE" dirty="0"/>
                    </a:p>
                  </a:txBody>
                  <a:tcPr/>
                </a:tc>
                <a:tc>
                  <a:txBody>
                    <a:bodyPr/>
                    <a:lstStyle/>
                    <a:p>
                      <a:r>
                        <a:rPr lang="fr-BE" dirty="0"/>
                        <a:t>Active la journalisation des erreurs.</a:t>
                      </a:r>
                    </a:p>
                  </a:txBody>
                  <a:tcPr/>
                </a:tc>
                <a:tc>
                  <a:txBody>
                    <a:bodyPr/>
                    <a:lstStyle/>
                    <a:p>
                      <a:r>
                        <a:rPr lang="fr-BE" dirty="0"/>
                        <a:t>« On » en prod</a:t>
                      </a:r>
                    </a:p>
                  </a:txBody>
                  <a:tcPr/>
                </a:tc>
                <a:extLst>
                  <a:ext uri="{0D108BD9-81ED-4DB2-BD59-A6C34878D82A}">
                    <a16:rowId xmlns:a16="http://schemas.microsoft.com/office/drawing/2014/main" val="3032458759"/>
                  </a:ext>
                </a:extLst>
              </a:tr>
              <a:tr h="370840">
                <a:tc>
                  <a:txBody>
                    <a:bodyPr/>
                    <a:lstStyle/>
                    <a:p>
                      <a:r>
                        <a:rPr lang="fr-BE" dirty="0" err="1"/>
                        <a:t>error_log</a:t>
                      </a:r>
                      <a:endParaRPr lang="fr-BE" dirty="0"/>
                    </a:p>
                  </a:txBody>
                  <a:tcPr/>
                </a:tc>
                <a:tc>
                  <a:txBody>
                    <a:bodyPr/>
                    <a:lstStyle/>
                    <a:p>
                      <a:r>
                        <a:rPr lang="fr-BE" dirty="0"/>
                        <a:t>Détermine le chemin du fichier de journalisation</a:t>
                      </a:r>
                    </a:p>
                  </a:txBody>
                  <a:tcPr/>
                </a:tc>
                <a:tc>
                  <a:txBody>
                    <a:bodyPr/>
                    <a:lstStyle/>
                    <a:p>
                      <a:r>
                        <a:rPr lang="fr-BE" dirty="0"/>
                        <a:t>Fichier privé.</a:t>
                      </a:r>
                    </a:p>
                  </a:txBody>
                  <a:tcPr/>
                </a:tc>
                <a:extLst>
                  <a:ext uri="{0D108BD9-81ED-4DB2-BD59-A6C34878D82A}">
                    <a16:rowId xmlns:a16="http://schemas.microsoft.com/office/drawing/2014/main" val="1466020216"/>
                  </a:ext>
                </a:extLst>
              </a:tr>
            </a:tbl>
          </a:graphicData>
        </a:graphic>
      </p:graphicFrame>
    </p:spTree>
    <p:extLst>
      <p:ext uri="{BB962C8B-B14F-4D97-AF65-F5344CB8AC3E}">
        <p14:creationId xmlns:p14="http://schemas.microsoft.com/office/powerpoint/2010/main" val="750747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F19C68-4E16-6687-A08A-3FDC73A322C4}"/>
              </a:ext>
            </a:extLst>
          </p:cNvPr>
          <p:cNvSpPr>
            <a:spLocks noGrp="1"/>
          </p:cNvSpPr>
          <p:nvPr>
            <p:ph type="title"/>
          </p:nvPr>
        </p:nvSpPr>
        <p:spPr/>
        <p:txBody>
          <a:bodyPr/>
          <a:lstStyle/>
          <a:p>
            <a:pPr algn="ctr"/>
            <a:r>
              <a:rPr lang="fr-BE" dirty="0"/>
              <a:t>Exemples de configuration</a:t>
            </a:r>
          </a:p>
        </p:txBody>
      </p:sp>
      <p:sp>
        <p:nvSpPr>
          <p:cNvPr id="3" name="Espace réservé du texte 2">
            <a:extLst>
              <a:ext uri="{FF2B5EF4-FFF2-40B4-BE49-F238E27FC236}">
                <a16:creationId xmlns:a16="http://schemas.microsoft.com/office/drawing/2014/main" id="{1AAC6B92-947A-FD2B-86DA-0E08FE42E31B}"/>
              </a:ext>
            </a:extLst>
          </p:cNvPr>
          <p:cNvSpPr>
            <a:spLocks noGrp="1"/>
          </p:cNvSpPr>
          <p:nvPr>
            <p:ph type="body" idx="1"/>
          </p:nvPr>
        </p:nvSpPr>
        <p:spPr/>
        <p:txBody>
          <a:bodyPr/>
          <a:lstStyle/>
          <a:p>
            <a:pPr algn="ctr"/>
            <a:r>
              <a:rPr lang="fr-BE" dirty="0"/>
              <a:t>php.ini</a:t>
            </a:r>
          </a:p>
          <a:p>
            <a:pPr algn="ctr"/>
            <a:endParaRPr lang="fr-BE" dirty="0"/>
          </a:p>
        </p:txBody>
      </p:sp>
      <p:pic>
        <p:nvPicPr>
          <p:cNvPr id="8" name="Espace réservé du contenu 7" descr="Une image contenant texte, Police, capture d’écran, ligne&#10;&#10;Le contenu généré par l’IA peut être incorrect.">
            <a:extLst>
              <a:ext uri="{FF2B5EF4-FFF2-40B4-BE49-F238E27FC236}">
                <a16:creationId xmlns:a16="http://schemas.microsoft.com/office/drawing/2014/main" id="{5E36F334-063E-2719-32CB-1A81F600B64B}"/>
              </a:ext>
            </a:extLst>
          </p:cNvPr>
          <p:cNvPicPr>
            <a:picLocks noGrp="1" noChangeAspect="1"/>
          </p:cNvPicPr>
          <p:nvPr>
            <p:ph sz="half" idx="2"/>
          </p:nvPr>
        </p:nvPicPr>
        <p:blipFill>
          <a:blip r:embed="rId2"/>
          <a:stretch>
            <a:fillRect/>
          </a:stretch>
        </p:blipFill>
        <p:spPr>
          <a:xfrm>
            <a:off x="1227931" y="3599656"/>
            <a:ext cx="4381500" cy="1495425"/>
          </a:xfrm>
          <a:prstGeom prst="rect">
            <a:avLst/>
          </a:prstGeom>
        </p:spPr>
      </p:pic>
      <p:sp>
        <p:nvSpPr>
          <p:cNvPr id="5" name="Espace réservé du texte 4">
            <a:extLst>
              <a:ext uri="{FF2B5EF4-FFF2-40B4-BE49-F238E27FC236}">
                <a16:creationId xmlns:a16="http://schemas.microsoft.com/office/drawing/2014/main" id="{1D3BCA0B-AAAC-3A94-88C4-74562091DFFD}"/>
              </a:ext>
            </a:extLst>
          </p:cNvPr>
          <p:cNvSpPr>
            <a:spLocks noGrp="1"/>
          </p:cNvSpPr>
          <p:nvPr>
            <p:ph type="body" sz="quarter" idx="3"/>
          </p:nvPr>
        </p:nvSpPr>
        <p:spPr/>
        <p:txBody>
          <a:bodyPr/>
          <a:lstStyle/>
          <a:p>
            <a:pPr algn="ctr"/>
            <a:r>
              <a:rPr lang="fr-BE" dirty="0"/>
              <a:t>Apache (</a:t>
            </a:r>
            <a:r>
              <a:rPr lang="fr-BE" dirty="0" err="1"/>
              <a:t>mod_php</a:t>
            </a:r>
            <a:r>
              <a:rPr lang="fr-BE" dirty="0"/>
              <a:t>)</a:t>
            </a:r>
          </a:p>
          <a:p>
            <a:pPr algn="ctr"/>
            <a:endParaRPr lang="fr-BE" dirty="0"/>
          </a:p>
        </p:txBody>
      </p:sp>
      <p:pic>
        <p:nvPicPr>
          <p:cNvPr id="10" name="Espace réservé du contenu 9" descr="Une image contenant texte, reçu, Police, blanc&#10;&#10;Le contenu généré par l’IA peut être incorrect.">
            <a:extLst>
              <a:ext uri="{FF2B5EF4-FFF2-40B4-BE49-F238E27FC236}">
                <a16:creationId xmlns:a16="http://schemas.microsoft.com/office/drawing/2014/main" id="{4888F8CE-EE26-F08D-CEB7-B73F61F18233}"/>
              </a:ext>
            </a:extLst>
          </p:cNvPr>
          <p:cNvPicPr>
            <a:picLocks noGrp="1" noChangeAspect="1"/>
          </p:cNvPicPr>
          <p:nvPr>
            <p:ph sz="quarter" idx="4"/>
          </p:nvPr>
        </p:nvPicPr>
        <p:blipFill>
          <a:blip r:embed="rId3"/>
          <a:stretch>
            <a:fillRect/>
          </a:stretch>
        </p:blipFill>
        <p:spPr>
          <a:xfrm>
            <a:off x="6220619" y="3671094"/>
            <a:ext cx="5086350" cy="1352550"/>
          </a:xfrm>
          <a:prstGeom prst="rect">
            <a:avLst/>
          </a:prstGeom>
        </p:spPr>
      </p:pic>
      <p:sp>
        <p:nvSpPr>
          <p:cNvPr id="11" name="Bande diagonale 10">
            <a:extLst>
              <a:ext uri="{FF2B5EF4-FFF2-40B4-BE49-F238E27FC236}">
                <a16:creationId xmlns:a16="http://schemas.microsoft.com/office/drawing/2014/main" id="{7224750E-97DA-35FA-FF89-84216C2AE9EE}"/>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257936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F1B507-CB1F-006D-6918-0D4306125051}"/>
              </a:ext>
            </a:extLst>
          </p:cNvPr>
          <p:cNvSpPr>
            <a:spLocks noGrp="1"/>
          </p:cNvSpPr>
          <p:nvPr>
            <p:ph type="title"/>
          </p:nvPr>
        </p:nvSpPr>
        <p:spPr/>
        <p:txBody>
          <a:bodyPr/>
          <a:lstStyle/>
          <a:p>
            <a:pPr algn="ctr"/>
            <a:r>
              <a:rPr lang="fr-BE" dirty="0"/>
              <a:t>Exceptions</a:t>
            </a:r>
          </a:p>
        </p:txBody>
      </p:sp>
      <p:sp>
        <p:nvSpPr>
          <p:cNvPr id="4" name="Espace réservé du contenu 3">
            <a:extLst>
              <a:ext uri="{FF2B5EF4-FFF2-40B4-BE49-F238E27FC236}">
                <a16:creationId xmlns:a16="http://schemas.microsoft.com/office/drawing/2014/main" id="{4767BE5E-C88F-500A-EBC2-63F65C6FC9A6}"/>
              </a:ext>
            </a:extLst>
          </p:cNvPr>
          <p:cNvSpPr>
            <a:spLocks noGrp="1"/>
          </p:cNvSpPr>
          <p:nvPr>
            <p:ph sz="half" idx="1"/>
          </p:nvPr>
        </p:nvSpPr>
        <p:spPr/>
        <p:txBody>
          <a:bodyPr>
            <a:normAutofit fontScale="70000" lnSpcReduction="20000"/>
          </a:bodyPr>
          <a:lstStyle/>
          <a:p>
            <a:r>
              <a:rPr lang="fr-BE" dirty="0"/>
              <a:t>Une exception représente une condition anormale lors de l’exécution du code.</a:t>
            </a:r>
          </a:p>
          <a:p>
            <a:r>
              <a:rPr lang="fr-BE" dirty="0"/>
              <a:t>Une exception est destinée à être « lancée » ou « levée » (</a:t>
            </a:r>
            <a:r>
              <a:rPr lang="fr-BE" dirty="0" err="1"/>
              <a:t>throw</a:t>
            </a:r>
            <a:r>
              <a:rPr lang="fr-BE" dirty="0"/>
              <a:t>) volontairement d’une part, et « interceptée » ou « rattrapée » (catch) et traitée explicitement par le code d’autre part.</a:t>
            </a:r>
          </a:p>
          <a:p>
            <a:r>
              <a:rPr lang="fr-BE" dirty="0"/>
              <a:t>Les exceptions sont un mécanisme de POO permettant de gérer des flux non principaux. Il ne s’agit pas d’anomalies au sens d’une erreur: elles représentent un comportement exceptionnel à gérer à un haut niveau.</a:t>
            </a:r>
          </a:p>
          <a:p>
            <a:r>
              <a:rPr lang="fr-BE" dirty="0"/>
              <a:t>Une exception qui n’est pas capturée déclenche une erreur fatale.</a:t>
            </a:r>
          </a:p>
          <a:p>
            <a:r>
              <a:rPr lang="fr-BE" dirty="0"/>
              <a:t>Ressources:</a:t>
            </a:r>
          </a:p>
          <a:p>
            <a:pPr lvl="1"/>
            <a:r>
              <a:rPr lang="fr-BE" dirty="0">
                <a:hlinkClick r:id="rId3"/>
              </a:rPr>
              <a:t>PHP doc - Exceptions</a:t>
            </a:r>
            <a:endParaRPr lang="fr-BE" dirty="0"/>
          </a:p>
          <a:p>
            <a:pPr marL="0" indent="0">
              <a:buNone/>
            </a:pPr>
            <a:endParaRPr lang="fr-BE" dirty="0"/>
          </a:p>
        </p:txBody>
      </p:sp>
      <p:pic>
        <p:nvPicPr>
          <p:cNvPr id="9" name="Espace réservé du contenu 8" descr="Une image contenant texte, Police, capture d’écran&#10;&#10;Le contenu généré par l’IA peut être incorrect.">
            <a:extLst>
              <a:ext uri="{FF2B5EF4-FFF2-40B4-BE49-F238E27FC236}">
                <a16:creationId xmlns:a16="http://schemas.microsoft.com/office/drawing/2014/main" id="{8DEE40DE-3FA1-A649-6DA4-A1434246F486}"/>
              </a:ext>
            </a:extLst>
          </p:cNvPr>
          <p:cNvPicPr>
            <a:picLocks noGrp="1" noChangeAspect="1"/>
          </p:cNvPicPr>
          <p:nvPr>
            <p:ph sz="half" idx="2"/>
          </p:nvPr>
        </p:nvPicPr>
        <p:blipFill>
          <a:blip r:embed="rId4"/>
          <a:stretch>
            <a:fillRect/>
          </a:stretch>
        </p:blipFill>
        <p:spPr>
          <a:xfrm>
            <a:off x="6172200" y="2627510"/>
            <a:ext cx="5181600" cy="2747568"/>
          </a:xfrm>
          <a:prstGeom prst="rect">
            <a:avLst/>
          </a:prstGeom>
        </p:spPr>
      </p:pic>
    </p:spTree>
    <p:extLst>
      <p:ext uri="{BB962C8B-B14F-4D97-AF65-F5344CB8AC3E}">
        <p14:creationId xmlns:p14="http://schemas.microsoft.com/office/powerpoint/2010/main" val="28457669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DA0C98-D181-37B3-61EF-711F326FF758}"/>
              </a:ext>
            </a:extLst>
          </p:cNvPr>
          <p:cNvSpPr>
            <a:spLocks noGrp="1"/>
          </p:cNvSpPr>
          <p:nvPr>
            <p:ph type="title"/>
          </p:nvPr>
        </p:nvSpPr>
        <p:spPr/>
        <p:txBody>
          <a:bodyPr/>
          <a:lstStyle/>
          <a:p>
            <a:pPr algn="ctr"/>
            <a:r>
              <a:rPr lang="fr-BE" dirty="0"/>
              <a:t>Journalisation des erreurs</a:t>
            </a:r>
          </a:p>
        </p:txBody>
      </p:sp>
      <p:sp>
        <p:nvSpPr>
          <p:cNvPr id="3" name="Espace réservé du contenu 2">
            <a:extLst>
              <a:ext uri="{FF2B5EF4-FFF2-40B4-BE49-F238E27FC236}">
                <a16:creationId xmlns:a16="http://schemas.microsoft.com/office/drawing/2014/main" id="{724BBDEC-EF1C-CA84-C926-92BE757B612F}"/>
              </a:ext>
            </a:extLst>
          </p:cNvPr>
          <p:cNvSpPr>
            <a:spLocks noGrp="1"/>
          </p:cNvSpPr>
          <p:nvPr>
            <p:ph sz="half" idx="1"/>
          </p:nvPr>
        </p:nvSpPr>
        <p:spPr/>
        <p:txBody>
          <a:bodyPr>
            <a:normAutofit fontScale="85000" lnSpcReduction="20000"/>
          </a:bodyPr>
          <a:lstStyle/>
          <a:p>
            <a:r>
              <a:rPr lang="fr-BE" dirty="0"/>
              <a:t>Principe: échouer de manière contrôlée:</a:t>
            </a:r>
          </a:p>
          <a:p>
            <a:pPr lvl="1"/>
            <a:r>
              <a:rPr lang="fr-BE" dirty="0"/>
              <a:t>Les erreurs sont corrigées.</a:t>
            </a:r>
          </a:p>
          <a:p>
            <a:pPr lvl="1"/>
            <a:r>
              <a:rPr lang="fr-BE" dirty="0"/>
              <a:t>Les exceptions sont contenues et compensées.</a:t>
            </a:r>
          </a:p>
          <a:p>
            <a:pPr lvl="1"/>
            <a:r>
              <a:rPr lang="fr-BE" dirty="0"/>
              <a:t>Tout comportement qui pourrait être anormal doit être journalisé.</a:t>
            </a:r>
          </a:p>
          <a:p>
            <a:r>
              <a:rPr lang="fr-BE" dirty="0"/>
              <a:t>Dans ce cadre, la fonction `</a:t>
            </a:r>
            <a:r>
              <a:rPr lang="fr-BE" dirty="0" err="1"/>
              <a:t>error_log</a:t>
            </a:r>
            <a:r>
              <a:rPr lang="fr-BE" dirty="0"/>
              <a:t>()` permet de journaliser des messages.</a:t>
            </a:r>
          </a:p>
          <a:p>
            <a:r>
              <a:rPr lang="fr-BE" dirty="0"/>
              <a:t>Par défaut, le message est envoyé au journal défini par la directive `</a:t>
            </a:r>
            <a:r>
              <a:rPr lang="fr-BE" dirty="0" err="1"/>
              <a:t>error_log</a:t>
            </a:r>
            <a:r>
              <a:rPr lang="fr-BE" dirty="0"/>
              <a:t>`. </a:t>
            </a:r>
          </a:p>
          <a:p>
            <a:r>
              <a:rPr lang="fr-BE" dirty="0"/>
              <a:t>Ressources:</a:t>
            </a:r>
          </a:p>
          <a:p>
            <a:pPr lvl="1"/>
            <a:r>
              <a:rPr lang="fr-BE" dirty="0">
                <a:hlinkClick r:id="rId3"/>
              </a:rPr>
              <a:t>PHP doc - </a:t>
            </a:r>
            <a:r>
              <a:rPr lang="fr-BE" dirty="0" err="1">
                <a:hlinkClick r:id="rId3"/>
              </a:rPr>
              <a:t>error_log</a:t>
            </a:r>
            <a:r>
              <a:rPr lang="fr-BE" dirty="0">
                <a:hlinkClick r:id="rId3"/>
              </a:rPr>
              <a:t>()</a:t>
            </a:r>
            <a:endParaRPr lang="fr-BE" dirty="0"/>
          </a:p>
          <a:p>
            <a:endParaRPr lang="fr-BE" dirty="0"/>
          </a:p>
        </p:txBody>
      </p:sp>
      <p:pic>
        <p:nvPicPr>
          <p:cNvPr id="6" name="Espace réservé du contenu 5" descr="Une image contenant texte, capture d’écran, Police&#10;&#10;Le contenu généré par l’IA peut être incorrect.">
            <a:extLst>
              <a:ext uri="{FF2B5EF4-FFF2-40B4-BE49-F238E27FC236}">
                <a16:creationId xmlns:a16="http://schemas.microsoft.com/office/drawing/2014/main" id="{FEF533B7-5CA4-E1B3-5062-A627957C3E62}"/>
              </a:ext>
            </a:extLst>
          </p:cNvPr>
          <p:cNvPicPr>
            <a:picLocks noGrp="1" noChangeAspect="1"/>
          </p:cNvPicPr>
          <p:nvPr>
            <p:ph sz="half" idx="2"/>
          </p:nvPr>
        </p:nvPicPr>
        <p:blipFill>
          <a:blip r:embed="rId4"/>
          <a:stretch>
            <a:fillRect/>
          </a:stretch>
        </p:blipFill>
        <p:spPr>
          <a:xfrm>
            <a:off x="6172200" y="2591594"/>
            <a:ext cx="5181600" cy="2819400"/>
          </a:xfrm>
          <a:prstGeom prst="rect">
            <a:avLst/>
          </a:prstGeom>
        </p:spPr>
      </p:pic>
      <p:sp>
        <p:nvSpPr>
          <p:cNvPr id="4" name="Bande diagonale 3">
            <a:extLst>
              <a:ext uri="{FF2B5EF4-FFF2-40B4-BE49-F238E27FC236}">
                <a16:creationId xmlns:a16="http://schemas.microsoft.com/office/drawing/2014/main" id="{9B22947B-9BB8-78B2-E89E-68308D4C2074}"/>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3175964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A9ABF028-27D3-1BD4-DD9E-F70036E8F6C1}"/>
              </a:ext>
            </a:extLst>
          </p:cNvPr>
          <p:cNvSpPr>
            <a:spLocks noGrp="1"/>
          </p:cNvSpPr>
          <p:nvPr>
            <p:ph type="title"/>
          </p:nvPr>
        </p:nvSpPr>
        <p:spPr/>
        <p:txBody>
          <a:bodyPr/>
          <a:lstStyle/>
          <a:p>
            <a:r>
              <a:rPr lang="fr-BE" dirty="0"/>
              <a:t>Inclusion de fichiers de code</a:t>
            </a:r>
          </a:p>
        </p:txBody>
      </p:sp>
      <p:sp>
        <p:nvSpPr>
          <p:cNvPr id="8" name="Espace réservé du texte 7">
            <a:extLst>
              <a:ext uri="{FF2B5EF4-FFF2-40B4-BE49-F238E27FC236}">
                <a16:creationId xmlns:a16="http://schemas.microsoft.com/office/drawing/2014/main" id="{52F69A06-0ED0-BFAF-EEFB-8042E3DE456C}"/>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449525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048576-02FE-8B74-7A52-A830031F35A0}"/>
              </a:ext>
            </a:extLst>
          </p:cNvPr>
          <p:cNvSpPr>
            <a:spLocks noGrp="1"/>
          </p:cNvSpPr>
          <p:nvPr>
            <p:ph type="title"/>
          </p:nvPr>
        </p:nvSpPr>
        <p:spPr/>
        <p:txBody>
          <a:bodyPr/>
          <a:lstStyle/>
          <a:p>
            <a:pPr algn="ctr"/>
            <a:r>
              <a:rPr lang="fr-BE" dirty="0" err="1"/>
              <a:t>include</a:t>
            </a:r>
            <a:r>
              <a:rPr lang="fr-BE" dirty="0"/>
              <a:t>/</a:t>
            </a:r>
            <a:r>
              <a:rPr lang="fr-BE" dirty="0" err="1"/>
              <a:t>require</a:t>
            </a:r>
            <a:r>
              <a:rPr lang="fr-BE" dirty="0"/>
              <a:t> </a:t>
            </a:r>
          </a:p>
        </p:txBody>
      </p:sp>
      <p:sp>
        <p:nvSpPr>
          <p:cNvPr id="3" name="Espace réservé du contenu 2">
            <a:extLst>
              <a:ext uri="{FF2B5EF4-FFF2-40B4-BE49-F238E27FC236}">
                <a16:creationId xmlns:a16="http://schemas.microsoft.com/office/drawing/2014/main" id="{2BFC4C64-B7BD-7FC3-B082-DEA597F885DA}"/>
              </a:ext>
            </a:extLst>
          </p:cNvPr>
          <p:cNvSpPr>
            <a:spLocks noGrp="1"/>
          </p:cNvSpPr>
          <p:nvPr>
            <p:ph sz="half" idx="1"/>
          </p:nvPr>
        </p:nvSpPr>
        <p:spPr/>
        <p:txBody>
          <a:bodyPr>
            <a:normAutofit fontScale="85000" lnSpcReduction="20000"/>
          </a:bodyPr>
          <a:lstStyle/>
          <a:p>
            <a:r>
              <a:rPr lang="fr-BE" dirty="0"/>
              <a:t>Objectif: inclure et exécuter le fichier de code donné en argument.</a:t>
            </a:r>
          </a:p>
          <a:p>
            <a:r>
              <a:rPr lang="fr-BE" dirty="0"/>
              <a:t>Permet d’organiser son code en plusieurs fichiers.</a:t>
            </a:r>
          </a:p>
          <a:p>
            <a:r>
              <a:rPr lang="fr-BE" dirty="0"/>
              <a:t>Comportements:</a:t>
            </a:r>
          </a:p>
          <a:p>
            <a:pPr lvl="1"/>
            <a:r>
              <a:rPr lang="fr-BE" dirty="0"/>
              <a:t>`</a:t>
            </a:r>
            <a:r>
              <a:rPr lang="fr-BE" dirty="0" err="1"/>
              <a:t>include</a:t>
            </a:r>
            <a:r>
              <a:rPr lang="fr-BE" dirty="0"/>
              <a:t>` : génère un avertissement si le fichier est manquant.</a:t>
            </a:r>
          </a:p>
          <a:p>
            <a:pPr lvl="1"/>
            <a:r>
              <a:rPr lang="fr-BE" dirty="0"/>
              <a:t>`</a:t>
            </a:r>
            <a:r>
              <a:rPr lang="fr-BE" dirty="0" err="1"/>
              <a:t>require</a:t>
            </a:r>
            <a:r>
              <a:rPr lang="fr-BE" dirty="0"/>
              <a:t>` : génère une erreur fatale si le fichier est manquant.</a:t>
            </a:r>
          </a:p>
          <a:p>
            <a:r>
              <a:rPr lang="fr-BE" dirty="0"/>
              <a:t>A noter: il s’agit d’une expression de langage et non d’une fonction (=&gt; pas de parenthèses obligatoires).</a:t>
            </a:r>
          </a:p>
          <a:p>
            <a:r>
              <a:rPr lang="fr-BE" dirty="0"/>
              <a:t>Ressources:</a:t>
            </a:r>
          </a:p>
          <a:p>
            <a:pPr lvl="1"/>
            <a:r>
              <a:rPr lang="fr-BE" dirty="0">
                <a:hlinkClick r:id="rId2"/>
              </a:rPr>
              <a:t>PHP doc: </a:t>
            </a:r>
            <a:r>
              <a:rPr lang="fr-BE" dirty="0" err="1">
                <a:hlinkClick r:id="rId2"/>
              </a:rPr>
              <a:t>include</a:t>
            </a:r>
            <a:endParaRPr lang="fr-BE" dirty="0"/>
          </a:p>
          <a:p>
            <a:endParaRPr lang="fr-BE" dirty="0"/>
          </a:p>
        </p:txBody>
      </p:sp>
      <p:sp>
        <p:nvSpPr>
          <p:cNvPr id="5" name="Espace réservé du contenu 4">
            <a:extLst>
              <a:ext uri="{FF2B5EF4-FFF2-40B4-BE49-F238E27FC236}">
                <a16:creationId xmlns:a16="http://schemas.microsoft.com/office/drawing/2014/main" id="{4B72D438-20A6-F2B5-7383-53B7873291FD}"/>
              </a:ext>
            </a:extLst>
          </p:cNvPr>
          <p:cNvSpPr>
            <a:spLocks noGrp="1"/>
          </p:cNvSpPr>
          <p:nvPr>
            <p:ph sz="half" idx="2"/>
          </p:nvPr>
        </p:nvSpPr>
        <p:spPr/>
        <p:txBody>
          <a:bodyPr/>
          <a:lstStyle/>
          <a:p>
            <a:r>
              <a:rPr lang="fr-BE" dirty="0"/>
              <a:t>Fichier </a:t>
            </a:r>
            <a:r>
              <a:rPr lang="fr-BE" dirty="0" err="1"/>
              <a:t>utils.php</a:t>
            </a:r>
            <a:endParaRPr lang="fr-BE" dirty="0"/>
          </a:p>
          <a:p>
            <a:endParaRPr lang="fr-BE" dirty="0"/>
          </a:p>
          <a:p>
            <a:endParaRPr lang="fr-BE" dirty="0"/>
          </a:p>
          <a:p>
            <a:endParaRPr lang="fr-BE" dirty="0"/>
          </a:p>
          <a:p>
            <a:r>
              <a:rPr lang="fr-BE" dirty="0"/>
              <a:t>Fichier </a:t>
            </a:r>
            <a:r>
              <a:rPr lang="fr-BE" dirty="0" err="1"/>
              <a:t>index.php</a:t>
            </a:r>
            <a:endParaRPr lang="fr-BE" dirty="0"/>
          </a:p>
        </p:txBody>
      </p:sp>
      <p:pic>
        <p:nvPicPr>
          <p:cNvPr id="7" name="Image 6" descr="Une image contenant texte, Police, capture d’écran, nombre&#10;&#10;Le contenu généré par l’IA peut être incorrect.">
            <a:extLst>
              <a:ext uri="{FF2B5EF4-FFF2-40B4-BE49-F238E27FC236}">
                <a16:creationId xmlns:a16="http://schemas.microsoft.com/office/drawing/2014/main" id="{D2B86D09-3604-81BA-1EF5-1B4E3B7AF10F}"/>
              </a:ext>
            </a:extLst>
          </p:cNvPr>
          <p:cNvPicPr>
            <a:picLocks noChangeAspect="1"/>
          </p:cNvPicPr>
          <p:nvPr/>
        </p:nvPicPr>
        <p:blipFill>
          <a:blip r:embed="rId3"/>
          <a:stretch>
            <a:fillRect/>
          </a:stretch>
        </p:blipFill>
        <p:spPr>
          <a:xfrm>
            <a:off x="6660258" y="2388883"/>
            <a:ext cx="3385616" cy="1048877"/>
          </a:xfrm>
          <a:prstGeom prst="rect">
            <a:avLst/>
          </a:prstGeom>
        </p:spPr>
      </p:pic>
      <p:pic>
        <p:nvPicPr>
          <p:cNvPr id="10" name="Image 9" descr="Une image contenant texte, Police, capture d’écran, nombre&#10;&#10;Le contenu généré par l’IA peut être incorrect.">
            <a:extLst>
              <a:ext uri="{FF2B5EF4-FFF2-40B4-BE49-F238E27FC236}">
                <a16:creationId xmlns:a16="http://schemas.microsoft.com/office/drawing/2014/main" id="{DF72F543-138E-838C-429D-0756DAE08B55}"/>
              </a:ext>
            </a:extLst>
          </p:cNvPr>
          <p:cNvPicPr>
            <a:picLocks noChangeAspect="1"/>
          </p:cNvPicPr>
          <p:nvPr/>
        </p:nvPicPr>
        <p:blipFill>
          <a:blip r:embed="rId4"/>
          <a:stretch>
            <a:fillRect/>
          </a:stretch>
        </p:blipFill>
        <p:spPr>
          <a:xfrm>
            <a:off x="6660258" y="4489602"/>
            <a:ext cx="4450328" cy="1606402"/>
          </a:xfrm>
          <a:prstGeom prst="rect">
            <a:avLst/>
          </a:prstGeom>
        </p:spPr>
      </p:pic>
    </p:spTree>
    <p:extLst>
      <p:ext uri="{BB962C8B-B14F-4D97-AF65-F5344CB8AC3E}">
        <p14:creationId xmlns:p14="http://schemas.microsoft.com/office/powerpoint/2010/main" val="1594813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1A7D57-475F-D707-BC88-23BDB85E3F88}"/>
              </a:ext>
            </a:extLst>
          </p:cNvPr>
          <p:cNvSpPr>
            <a:spLocks noGrp="1"/>
          </p:cNvSpPr>
          <p:nvPr>
            <p:ph type="title"/>
          </p:nvPr>
        </p:nvSpPr>
        <p:spPr/>
        <p:txBody>
          <a:bodyPr/>
          <a:lstStyle/>
          <a:p>
            <a:pPr algn="ctr"/>
            <a:r>
              <a:rPr lang="fr-BE" dirty="0" err="1"/>
              <a:t>include_once</a:t>
            </a:r>
            <a:r>
              <a:rPr lang="fr-BE" dirty="0"/>
              <a:t>/</a:t>
            </a:r>
            <a:r>
              <a:rPr lang="fr-BE" dirty="0" err="1"/>
              <a:t>require_once</a:t>
            </a:r>
            <a:r>
              <a:rPr lang="fr-BE" dirty="0"/>
              <a:t> </a:t>
            </a:r>
          </a:p>
        </p:txBody>
      </p:sp>
      <p:sp>
        <p:nvSpPr>
          <p:cNvPr id="4" name="Espace réservé du contenu 3">
            <a:extLst>
              <a:ext uri="{FF2B5EF4-FFF2-40B4-BE49-F238E27FC236}">
                <a16:creationId xmlns:a16="http://schemas.microsoft.com/office/drawing/2014/main" id="{F29A47D9-8E8F-F9B9-097D-6237C237B60D}"/>
              </a:ext>
            </a:extLst>
          </p:cNvPr>
          <p:cNvSpPr>
            <a:spLocks noGrp="1"/>
          </p:cNvSpPr>
          <p:nvPr>
            <p:ph sz="half" idx="1"/>
          </p:nvPr>
        </p:nvSpPr>
        <p:spPr/>
        <p:txBody>
          <a:bodyPr/>
          <a:lstStyle/>
          <a:p>
            <a:r>
              <a:rPr lang="fr-BE" dirty="0"/>
              <a:t>Versions `*_once` : évitent les inclusions multiples.</a:t>
            </a:r>
          </a:p>
          <a:p>
            <a:r>
              <a:rPr lang="fr-BE" dirty="0"/>
              <a:t>Evite les erreurs fatales lorsque l’on inclut un même fichier contenant les déclarations de fonction (une même fonction ne peut pas être déclarée plus d’une fois).</a:t>
            </a:r>
          </a:p>
          <a:p>
            <a:r>
              <a:rPr lang="fr-BE" dirty="0"/>
              <a:t>Permet de regrouper les fonctions en fichier.</a:t>
            </a:r>
          </a:p>
          <a:p>
            <a:endParaRPr lang="fr-BE" dirty="0"/>
          </a:p>
        </p:txBody>
      </p:sp>
      <p:pic>
        <p:nvPicPr>
          <p:cNvPr id="9" name="Espace réservé du contenu 8" descr="Une image contenant texte, Police, capture d’écran, ligne&#10;&#10;Le contenu généré par l’IA peut être incorrect.">
            <a:extLst>
              <a:ext uri="{FF2B5EF4-FFF2-40B4-BE49-F238E27FC236}">
                <a16:creationId xmlns:a16="http://schemas.microsoft.com/office/drawing/2014/main" id="{85EE061E-5DC1-86D9-E8F8-FE15627694AE}"/>
              </a:ext>
            </a:extLst>
          </p:cNvPr>
          <p:cNvPicPr>
            <a:picLocks noGrp="1" noChangeAspect="1"/>
          </p:cNvPicPr>
          <p:nvPr>
            <p:ph sz="half" idx="2"/>
          </p:nvPr>
        </p:nvPicPr>
        <p:blipFill>
          <a:blip r:embed="rId2"/>
          <a:stretch>
            <a:fillRect/>
          </a:stretch>
        </p:blipFill>
        <p:spPr>
          <a:xfrm>
            <a:off x="6943725" y="3572669"/>
            <a:ext cx="3638550" cy="857250"/>
          </a:xfrm>
          <a:prstGeom prst="rect">
            <a:avLst/>
          </a:prstGeom>
        </p:spPr>
      </p:pic>
    </p:spTree>
    <p:extLst>
      <p:ext uri="{BB962C8B-B14F-4D97-AF65-F5344CB8AC3E}">
        <p14:creationId xmlns:p14="http://schemas.microsoft.com/office/powerpoint/2010/main" val="939074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35C9E3-9A13-3420-AB1C-ABD9DCD874EF}"/>
              </a:ext>
            </a:extLst>
          </p:cNvPr>
          <p:cNvSpPr>
            <a:spLocks noGrp="1"/>
          </p:cNvSpPr>
          <p:nvPr>
            <p:ph type="title"/>
          </p:nvPr>
        </p:nvSpPr>
        <p:spPr/>
        <p:txBody>
          <a:bodyPr/>
          <a:lstStyle/>
          <a:p>
            <a:pPr algn="ctr"/>
            <a:r>
              <a:rPr lang="fr-BE" dirty="0"/>
              <a:t>Répertoires d’inclusion</a:t>
            </a:r>
          </a:p>
        </p:txBody>
      </p:sp>
      <p:sp>
        <p:nvSpPr>
          <p:cNvPr id="4" name="Espace réservé du contenu 3">
            <a:extLst>
              <a:ext uri="{FF2B5EF4-FFF2-40B4-BE49-F238E27FC236}">
                <a16:creationId xmlns:a16="http://schemas.microsoft.com/office/drawing/2014/main" id="{185E19B7-479E-9CE4-2231-CC0AD6E8705C}"/>
              </a:ext>
            </a:extLst>
          </p:cNvPr>
          <p:cNvSpPr>
            <a:spLocks noGrp="1"/>
          </p:cNvSpPr>
          <p:nvPr>
            <p:ph sz="half" idx="1"/>
          </p:nvPr>
        </p:nvSpPr>
        <p:spPr/>
        <p:txBody>
          <a:bodyPr>
            <a:normAutofit fontScale="55000" lnSpcReduction="20000"/>
          </a:bodyPr>
          <a:lstStyle/>
          <a:p>
            <a:r>
              <a:rPr lang="fr-BE" dirty="0"/>
              <a:t>Chemin absolu:</a:t>
            </a:r>
          </a:p>
          <a:p>
            <a:pPr lvl="1"/>
            <a:r>
              <a:rPr lang="fr-BE" dirty="0"/>
              <a:t> `__DIR__`: constante magique représentant le chemin absolu du répertoire dans lequel se trouve le fichier PHP courant. Le chemin ne contiendra pas de slash final, sauf si c'est le répertoire racine. Cette utilisation est conseillée.</a:t>
            </a:r>
          </a:p>
          <a:p>
            <a:r>
              <a:rPr lang="fr-BE" dirty="0"/>
              <a:t>Chemin relatif:</a:t>
            </a:r>
          </a:p>
          <a:p>
            <a:pPr lvl="1"/>
            <a:r>
              <a:rPr lang="fr-BE" dirty="0" err="1"/>
              <a:t>Current</a:t>
            </a:r>
            <a:r>
              <a:rPr lang="fr-BE" dirty="0"/>
              <a:t> </a:t>
            </a:r>
            <a:r>
              <a:rPr lang="fr-BE" dirty="0" err="1"/>
              <a:t>working</a:t>
            </a:r>
            <a:r>
              <a:rPr lang="fr-BE" dirty="0"/>
              <a:t> directory (CWD): répertoire depuis lequel le script a été invoqué (par exemple, le </a:t>
            </a:r>
            <a:r>
              <a:rPr lang="fr-BE" dirty="0" err="1"/>
              <a:t>document_root</a:t>
            </a:r>
            <a:r>
              <a:rPr lang="fr-BE" dirty="0"/>
              <a:t>). Il peut être connu avec la fonction `</a:t>
            </a:r>
            <a:r>
              <a:rPr lang="fr-BE" dirty="0" err="1"/>
              <a:t>getcwd</a:t>
            </a:r>
            <a:r>
              <a:rPr lang="fr-BE" dirty="0"/>
              <a:t>()`.</a:t>
            </a:r>
          </a:p>
          <a:p>
            <a:pPr lvl="1"/>
            <a:r>
              <a:rPr lang="fr-BE" dirty="0"/>
              <a:t>Pour info: `</a:t>
            </a:r>
            <a:r>
              <a:rPr lang="fr-BE" dirty="0" err="1"/>
              <a:t>include_path</a:t>
            </a:r>
            <a:r>
              <a:rPr lang="fr-BE" dirty="0"/>
              <a:t>`: directive listant les répertoires où plusieurs fonctions (comme </a:t>
            </a:r>
            <a:r>
              <a:rPr lang="fr-BE" dirty="0" err="1"/>
              <a:t>include</a:t>
            </a:r>
            <a:r>
              <a:rPr lang="fr-BE" dirty="0"/>
              <a:t>/</a:t>
            </a:r>
            <a:r>
              <a:rPr lang="fr-BE" dirty="0" err="1"/>
              <a:t>require</a:t>
            </a:r>
            <a:r>
              <a:rPr lang="fr-BE" dirty="0"/>
              <a:t> ou </a:t>
            </a:r>
            <a:r>
              <a:rPr lang="fr-BE" dirty="0" err="1"/>
              <a:t>fopen</a:t>
            </a:r>
            <a:r>
              <a:rPr lang="fr-BE" dirty="0"/>
              <a:t>) cherchent les fichiers.</a:t>
            </a:r>
          </a:p>
          <a:p>
            <a:r>
              <a:rPr lang="fr-BE" dirty="0"/>
              <a:t>Autres stratégies:</a:t>
            </a:r>
          </a:p>
          <a:p>
            <a:pPr lvl="1"/>
            <a:r>
              <a:rPr lang="fr-BE" dirty="0"/>
              <a:t>Pour info: il est également possible d’inclure un fichier automatiquement avant ou après le script (</a:t>
            </a:r>
            <a:r>
              <a:rPr lang="fr-BE" dirty="0" err="1"/>
              <a:t>voirla</a:t>
            </a:r>
            <a:r>
              <a:rPr lang="fr-BE" dirty="0"/>
              <a:t> directive  `</a:t>
            </a:r>
            <a:r>
              <a:rPr lang="fr-BE" dirty="0" err="1"/>
              <a:t>autp_prepend_file</a:t>
            </a:r>
            <a:r>
              <a:rPr lang="fr-BE" dirty="0"/>
              <a:t>`).</a:t>
            </a:r>
          </a:p>
          <a:p>
            <a:r>
              <a:rPr lang="fr-BE" dirty="0"/>
              <a:t>Ressources:</a:t>
            </a:r>
          </a:p>
          <a:p>
            <a:pPr lvl="1"/>
            <a:r>
              <a:rPr lang="fr-BE" dirty="0">
                <a:hlinkClick r:id="rId2"/>
              </a:rPr>
              <a:t>PHP doc: constantes magiques</a:t>
            </a:r>
            <a:endParaRPr lang="fr-BE" dirty="0"/>
          </a:p>
          <a:p>
            <a:pPr lvl="1"/>
            <a:r>
              <a:rPr lang="fr-BE" dirty="0">
                <a:hlinkClick r:id="rId3"/>
              </a:rPr>
              <a:t>PHP doc: </a:t>
            </a:r>
            <a:r>
              <a:rPr lang="fr-BE" dirty="0" err="1">
                <a:hlinkClick r:id="rId3"/>
              </a:rPr>
              <a:t>getcwd</a:t>
            </a:r>
            <a:r>
              <a:rPr lang="fr-BE" dirty="0">
                <a:hlinkClick r:id="rId3"/>
              </a:rPr>
              <a:t>()</a:t>
            </a:r>
            <a:endParaRPr lang="fr-BE" dirty="0"/>
          </a:p>
          <a:p>
            <a:pPr lvl="1"/>
            <a:r>
              <a:rPr lang="fr-BE" dirty="0">
                <a:hlinkClick r:id="rId4"/>
              </a:rPr>
              <a:t>PHP doc: </a:t>
            </a:r>
            <a:r>
              <a:rPr lang="fr-BE" dirty="0" err="1">
                <a:hlinkClick r:id="rId4"/>
              </a:rPr>
              <a:t>include_path</a:t>
            </a:r>
            <a:endParaRPr lang="fr-BE" dirty="0"/>
          </a:p>
          <a:p>
            <a:pPr lvl="1"/>
            <a:r>
              <a:rPr lang="en-US" dirty="0">
                <a:hlinkClick r:id="rId5"/>
              </a:rPr>
              <a:t>PHP doc: </a:t>
            </a:r>
            <a:r>
              <a:rPr lang="en-US" dirty="0" err="1">
                <a:hlinkClick r:id="rId5"/>
              </a:rPr>
              <a:t>auto_prepend_file</a:t>
            </a:r>
            <a:endParaRPr lang="fr-BE" dirty="0"/>
          </a:p>
        </p:txBody>
      </p:sp>
      <p:pic>
        <p:nvPicPr>
          <p:cNvPr id="11" name="Espace réservé du contenu 10" descr="Une image contenant texte, capture d’écran, Police, ligne&#10;&#10;Le contenu généré par l’IA peut être incorrect.">
            <a:extLst>
              <a:ext uri="{FF2B5EF4-FFF2-40B4-BE49-F238E27FC236}">
                <a16:creationId xmlns:a16="http://schemas.microsoft.com/office/drawing/2014/main" id="{61088866-F544-BC20-EB85-9E0E34E470DD}"/>
              </a:ext>
            </a:extLst>
          </p:cNvPr>
          <p:cNvPicPr>
            <a:picLocks noGrp="1" noChangeAspect="1"/>
          </p:cNvPicPr>
          <p:nvPr>
            <p:ph sz="half" idx="2"/>
          </p:nvPr>
        </p:nvPicPr>
        <p:blipFill>
          <a:blip r:embed="rId6"/>
          <a:stretch>
            <a:fillRect/>
          </a:stretch>
        </p:blipFill>
        <p:spPr>
          <a:xfrm>
            <a:off x="6386512" y="3548856"/>
            <a:ext cx="4752975" cy="904875"/>
          </a:xfrm>
          <a:prstGeom prst="rect">
            <a:avLst/>
          </a:prstGeom>
        </p:spPr>
      </p:pic>
    </p:spTree>
    <p:extLst>
      <p:ext uri="{BB962C8B-B14F-4D97-AF65-F5344CB8AC3E}">
        <p14:creationId xmlns:p14="http://schemas.microsoft.com/office/powerpoint/2010/main" val="18294447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29C304-1A7D-A6D3-E6AB-0D7389EA6D78}"/>
              </a:ext>
            </a:extLst>
          </p:cNvPr>
          <p:cNvSpPr>
            <a:spLocks noGrp="1"/>
          </p:cNvSpPr>
          <p:nvPr>
            <p:ph type="title"/>
          </p:nvPr>
        </p:nvSpPr>
        <p:spPr/>
        <p:txBody>
          <a:bodyPr/>
          <a:lstStyle/>
          <a:p>
            <a:pPr algn="ctr"/>
            <a:r>
              <a:rPr lang="fr-BE" dirty="0"/>
              <a:t>Organisation des fichiers</a:t>
            </a:r>
            <a:br>
              <a:rPr lang="fr-BE" dirty="0"/>
            </a:br>
            <a:r>
              <a:rPr lang="fr-BE" dirty="0"/>
              <a:t>(projet web en procédural)</a:t>
            </a:r>
          </a:p>
        </p:txBody>
      </p:sp>
      <p:sp>
        <p:nvSpPr>
          <p:cNvPr id="7" name="Espace réservé du texte 6">
            <a:extLst>
              <a:ext uri="{FF2B5EF4-FFF2-40B4-BE49-F238E27FC236}">
                <a16:creationId xmlns:a16="http://schemas.microsoft.com/office/drawing/2014/main" id="{CA0D298C-A7B3-F0ED-4F43-BC9199187386}"/>
              </a:ext>
            </a:extLst>
          </p:cNvPr>
          <p:cNvSpPr>
            <a:spLocks noGrp="1"/>
          </p:cNvSpPr>
          <p:nvPr>
            <p:ph type="body" idx="1"/>
          </p:nvPr>
        </p:nvSpPr>
        <p:spPr/>
        <p:txBody>
          <a:bodyPr/>
          <a:lstStyle/>
          <a:p>
            <a:pPr algn="ctr"/>
            <a:r>
              <a:rPr lang="fr-BE" dirty="0"/>
              <a:t>Principes</a:t>
            </a:r>
          </a:p>
          <a:p>
            <a:pPr algn="ctr"/>
            <a:endParaRPr lang="fr-BE" dirty="0"/>
          </a:p>
        </p:txBody>
      </p:sp>
      <p:sp>
        <p:nvSpPr>
          <p:cNvPr id="3" name="Espace réservé du contenu 2">
            <a:extLst>
              <a:ext uri="{FF2B5EF4-FFF2-40B4-BE49-F238E27FC236}">
                <a16:creationId xmlns:a16="http://schemas.microsoft.com/office/drawing/2014/main" id="{FC07D696-5480-C929-A846-3773C1F6AC4F}"/>
              </a:ext>
            </a:extLst>
          </p:cNvPr>
          <p:cNvSpPr>
            <a:spLocks noGrp="1"/>
          </p:cNvSpPr>
          <p:nvPr>
            <p:ph sz="half" idx="2"/>
          </p:nvPr>
        </p:nvSpPr>
        <p:spPr/>
        <p:txBody>
          <a:bodyPr>
            <a:normAutofit fontScale="92500" lnSpcReduction="10000"/>
          </a:bodyPr>
          <a:lstStyle/>
          <a:p>
            <a:r>
              <a:rPr lang="fr-BE" dirty="0"/>
              <a:t>Séparation explicite des responsabilités (logique métier, accès aux données, affichage).</a:t>
            </a:r>
          </a:p>
          <a:p>
            <a:r>
              <a:rPr lang="fr-BE" dirty="0"/>
              <a:t>Centralisation des fonctions utilitaires.</a:t>
            </a:r>
          </a:p>
          <a:p>
            <a:r>
              <a:rPr lang="fr-BE" dirty="0"/>
              <a:t>Réduction de la duplication de code.</a:t>
            </a:r>
          </a:p>
          <a:p>
            <a:r>
              <a:rPr lang="fr-BE" dirty="0"/>
              <a:t>Isolement du code non public hors du répertoire exposé au web.</a:t>
            </a:r>
          </a:p>
        </p:txBody>
      </p:sp>
      <p:sp>
        <p:nvSpPr>
          <p:cNvPr id="8" name="Espace réservé du texte 7">
            <a:extLst>
              <a:ext uri="{FF2B5EF4-FFF2-40B4-BE49-F238E27FC236}">
                <a16:creationId xmlns:a16="http://schemas.microsoft.com/office/drawing/2014/main" id="{17CE45C0-5F63-878F-7E60-00FF71AF2620}"/>
              </a:ext>
            </a:extLst>
          </p:cNvPr>
          <p:cNvSpPr>
            <a:spLocks noGrp="1"/>
          </p:cNvSpPr>
          <p:nvPr>
            <p:ph type="body" sz="quarter" idx="3"/>
          </p:nvPr>
        </p:nvSpPr>
        <p:spPr/>
        <p:txBody>
          <a:bodyPr/>
          <a:lstStyle/>
          <a:p>
            <a:pPr algn="ctr"/>
            <a:r>
              <a:rPr lang="fr-BE" dirty="0"/>
              <a:t>Exemple</a:t>
            </a:r>
          </a:p>
          <a:p>
            <a:pPr algn="ctr"/>
            <a:endParaRPr lang="fr-BE" dirty="0"/>
          </a:p>
        </p:txBody>
      </p:sp>
      <p:pic>
        <p:nvPicPr>
          <p:cNvPr id="6" name="Espace réservé du contenu 5" descr="Une image contenant texte, capture d’écran, Police, nombre&#10;&#10;Le contenu généré par l’IA peut être incorrect.">
            <a:extLst>
              <a:ext uri="{FF2B5EF4-FFF2-40B4-BE49-F238E27FC236}">
                <a16:creationId xmlns:a16="http://schemas.microsoft.com/office/drawing/2014/main" id="{0DBB28AC-F652-3BC7-1AB8-130563C38F5A}"/>
              </a:ext>
            </a:extLst>
          </p:cNvPr>
          <p:cNvPicPr>
            <a:picLocks noGrp="1" noChangeAspect="1"/>
          </p:cNvPicPr>
          <p:nvPr>
            <p:ph sz="quarter" idx="4"/>
          </p:nvPr>
        </p:nvPicPr>
        <p:blipFill>
          <a:blip r:embed="rId2"/>
          <a:stretch>
            <a:fillRect/>
          </a:stretch>
        </p:blipFill>
        <p:spPr>
          <a:xfrm>
            <a:off x="7463530" y="2505075"/>
            <a:ext cx="2600527" cy="3684588"/>
          </a:xfrm>
          <a:prstGeom prst="rect">
            <a:avLst/>
          </a:prstGeom>
        </p:spPr>
      </p:pic>
    </p:spTree>
    <p:extLst>
      <p:ext uri="{BB962C8B-B14F-4D97-AF65-F5344CB8AC3E}">
        <p14:creationId xmlns:p14="http://schemas.microsoft.com/office/powerpoint/2010/main" val="3056101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A54A-CA0E-2ABE-F919-0D0BB84556CA}"/>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EE905A91-CA8A-529E-FFC4-A63AE9BA284D}"/>
              </a:ext>
            </a:extLst>
          </p:cNvPr>
          <p:cNvSpPr>
            <a:spLocks noGrp="1"/>
          </p:cNvSpPr>
          <p:nvPr>
            <p:ph type="title"/>
          </p:nvPr>
        </p:nvSpPr>
        <p:spPr/>
        <p:txBody>
          <a:bodyPr/>
          <a:lstStyle/>
          <a:p>
            <a:r>
              <a:rPr lang="fr-BE" dirty="0"/>
              <a:t>Dates</a:t>
            </a:r>
          </a:p>
        </p:txBody>
      </p:sp>
      <p:sp>
        <p:nvSpPr>
          <p:cNvPr id="6" name="Espace réservé du texte 5">
            <a:extLst>
              <a:ext uri="{FF2B5EF4-FFF2-40B4-BE49-F238E27FC236}">
                <a16:creationId xmlns:a16="http://schemas.microsoft.com/office/drawing/2014/main" id="{57B24F78-76B5-2D49-0C7D-64A127B813EF}"/>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3087461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8C4F09-9224-02E1-5377-4146479C837E}"/>
              </a:ext>
            </a:extLst>
          </p:cNvPr>
          <p:cNvSpPr>
            <a:spLocks noGrp="1"/>
          </p:cNvSpPr>
          <p:nvPr>
            <p:ph type="title"/>
          </p:nvPr>
        </p:nvSpPr>
        <p:spPr/>
        <p:txBody>
          <a:bodyPr/>
          <a:lstStyle/>
          <a:p>
            <a:pPr algn="ctr"/>
            <a:r>
              <a:rPr lang="fr-BE" dirty="0"/>
              <a:t>Notion de </a:t>
            </a:r>
            <a:r>
              <a:rPr lang="fr-BE" dirty="0" err="1"/>
              <a:t>datetime</a:t>
            </a:r>
            <a:endParaRPr lang="fr-BE" dirty="0"/>
          </a:p>
        </p:txBody>
      </p:sp>
      <p:sp>
        <p:nvSpPr>
          <p:cNvPr id="5" name="Espace réservé du contenu 4">
            <a:extLst>
              <a:ext uri="{FF2B5EF4-FFF2-40B4-BE49-F238E27FC236}">
                <a16:creationId xmlns:a16="http://schemas.microsoft.com/office/drawing/2014/main" id="{41B9A144-B736-76C1-F4FA-D200B15D20CF}"/>
              </a:ext>
            </a:extLst>
          </p:cNvPr>
          <p:cNvSpPr>
            <a:spLocks noGrp="1"/>
          </p:cNvSpPr>
          <p:nvPr>
            <p:ph sz="half" idx="1"/>
          </p:nvPr>
        </p:nvSpPr>
        <p:spPr/>
        <p:txBody>
          <a:bodyPr>
            <a:normAutofit fontScale="70000" lnSpcReduction="20000"/>
          </a:bodyPr>
          <a:lstStyle/>
          <a:p>
            <a:r>
              <a:rPr lang="fr-BE" dirty="0"/>
              <a:t>Un </a:t>
            </a:r>
            <a:r>
              <a:rPr lang="fr-BE" dirty="0" err="1"/>
              <a:t>datetime</a:t>
            </a:r>
            <a:r>
              <a:rPr lang="fr-BE" dirty="0"/>
              <a:t> (contraction de date et time) est une représentation lisible d’un instant (ou d’une période).</a:t>
            </a:r>
          </a:p>
          <a:p>
            <a:r>
              <a:rPr lang="fr-BE" dirty="0"/>
              <a:t>Un </a:t>
            </a:r>
            <a:r>
              <a:rPr lang="fr-BE" dirty="0" err="1"/>
              <a:t>datetime</a:t>
            </a:r>
            <a:r>
              <a:rPr lang="fr-BE" dirty="0"/>
              <a:t> est exprimé selon :</a:t>
            </a:r>
          </a:p>
          <a:p>
            <a:pPr lvl="1"/>
            <a:r>
              <a:rPr lang="fr-BE" dirty="0"/>
              <a:t>un calendrier (calendrier grégorien)</a:t>
            </a:r>
          </a:p>
          <a:p>
            <a:pPr lvl="1"/>
            <a:r>
              <a:rPr lang="fr-BE" dirty="0"/>
              <a:t>un fuseau horaire (</a:t>
            </a:r>
            <a:r>
              <a:rPr lang="fr-BE" dirty="0" err="1"/>
              <a:t>timezone</a:t>
            </a:r>
            <a:r>
              <a:rPr lang="fr-BE" dirty="0"/>
              <a:t>)</a:t>
            </a:r>
          </a:p>
          <a:p>
            <a:r>
              <a:rPr lang="fr-BE" dirty="0"/>
              <a:t>Un fuseau horaire (</a:t>
            </a:r>
            <a:r>
              <a:rPr lang="fr-BE" dirty="0" err="1"/>
              <a:t>timezone</a:t>
            </a:r>
            <a:r>
              <a:rPr lang="fr-BE" dirty="0"/>
              <a:t>) peut être exprimé par:</a:t>
            </a:r>
          </a:p>
          <a:p>
            <a:pPr lvl="1"/>
            <a:r>
              <a:rPr lang="fr-BE" dirty="0"/>
              <a:t>un décalage relatif à UTC (ex: `+01:00`) </a:t>
            </a:r>
          </a:p>
          <a:p>
            <a:pPr lvl="1"/>
            <a:r>
              <a:rPr lang="fr-BE" dirty="0"/>
              <a:t>un identifiant IANA (ex: `Europe/Brussels`) qui prend automatiquement en compte l’heure d’été/hiver</a:t>
            </a:r>
          </a:p>
          <a:p>
            <a:r>
              <a:rPr lang="fr-BE" dirty="0"/>
              <a:t>UTC (</a:t>
            </a:r>
            <a:r>
              <a:rPr lang="fr-BE" dirty="0" err="1"/>
              <a:t>Coordinated</a:t>
            </a:r>
            <a:r>
              <a:rPr lang="fr-BE" dirty="0"/>
              <a:t> Universal Time) est la référence temporelle mondiale. Il sert de référence zéro en matière de fuseau horaire (offset +00:00). Il remplace GMT (Greenwich </a:t>
            </a:r>
            <a:r>
              <a:rPr lang="fr-BE" dirty="0" err="1"/>
              <a:t>Mean</a:t>
            </a:r>
            <a:r>
              <a:rPr lang="fr-BE" dirty="0"/>
              <a:t> Time).</a:t>
            </a:r>
          </a:p>
          <a:p>
            <a:endParaRPr lang="fr-BE" dirty="0"/>
          </a:p>
          <a:p>
            <a:pPr lvl="1"/>
            <a:endParaRPr lang="fr-BE" dirty="0"/>
          </a:p>
        </p:txBody>
      </p:sp>
      <p:sp>
        <p:nvSpPr>
          <p:cNvPr id="7" name="Espace réservé du contenu 6">
            <a:extLst>
              <a:ext uri="{FF2B5EF4-FFF2-40B4-BE49-F238E27FC236}">
                <a16:creationId xmlns:a16="http://schemas.microsoft.com/office/drawing/2014/main" id="{ACC947CA-DE2E-FB31-2DC1-5146B64D46F0}"/>
              </a:ext>
            </a:extLst>
          </p:cNvPr>
          <p:cNvSpPr>
            <a:spLocks noGrp="1"/>
          </p:cNvSpPr>
          <p:nvPr>
            <p:ph sz="half" idx="2"/>
          </p:nvPr>
        </p:nvSpPr>
        <p:spPr/>
        <p:txBody>
          <a:bodyPr>
            <a:normAutofit fontScale="70000" lnSpcReduction="20000"/>
          </a:bodyPr>
          <a:lstStyle/>
          <a:p>
            <a:r>
              <a:rPr lang="fr-BE" dirty="0"/>
              <a:t>Caractéristiques :</a:t>
            </a:r>
          </a:p>
          <a:p>
            <a:pPr lvl="1"/>
            <a:r>
              <a:rPr lang="fr-BE" dirty="0"/>
              <a:t>Dépend d’un format</a:t>
            </a:r>
          </a:p>
          <a:p>
            <a:pPr lvl="1"/>
            <a:r>
              <a:rPr lang="fr-BE" dirty="0"/>
              <a:t>Peut être partiel (ex. : uniquement une date sans heure)</a:t>
            </a:r>
          </a:p>
          <a:p>
            <a:pPr lvl="1"/>
            <a:r>
              <a:rPr lang="fr-BE" dirty="0"/>
              <a:t>Orienté présentation et échange</a:t>
            </a:r>
          </a:p>
          <a:p>
            <a:r>
              <a:rPr lang="fr-BE" dirty="0"/>
              <a:t>Exemples :</a:t>
            </a:r>
          </a:p>
          <a:p>
            <a:pPr lvl="1"/>
            <a:r>
              <a:rPr lang="fr-BE" dirty="0"/>
              <a:t>2025-12-16</a:t>
            </a:r>
          </a:p>
          <a:p>
            <a:pPr lvl="1"/>
            <a:r>
              <a:rPr lang="fr-BE" dirty="0"/>
              <a:t>16/12/2025 14:30</a:t>
            </a:r>
          </a:p>
          <a:p>
            <a:pPr lvl="1"/>
            <a:r>
              <a:rPr lang="fr-BE" dirty="0" err="1"/>
              <a:t>December</a:t>
            </a:r>
            <a:r>
              <a:rPr lang="fr-BE" dirty="0"/>
              <a:t> 16, 2025 2:30 PM</a:t>
            </a:r>
          </a:p>
          <a:p>
            <a:r>
              <a:rPr lang="fr-BE" dirty="0"/>
              <a:t>Conseils:</a:t>
            </a:r>
          </a:p>
          <a:p>
            <a:pPr lvl="1"/>
            <a:r>
              <a:rPr lang="fr-BE" dirty="0"/>
              <a:t>Éviter les formats locaux pour les échanges </a:t>
            </a:r>
          </a:p>
          <a:p>
            <a:pPr lvl="1"/>
            <a:r>
              <a:rPr lang="fr-BE" dirty="0"/>
              <a:t>Stocker en UTC</a:t>
            </a:r>
          </a:p>
          <a:p>
            <a:pPr lvl="1"/>
            <a:r>
              <a:rPr lang="fr-BE" dirty="0"/>
              <a:t>Spécifier le fuseau horaire</a:t>
            </a:r>
          </a:p>
          <a:p>
            <a:pPr lvl="1"/>
            <a:r>
              <a:rPr lang="fr-BE" dirty="0"/>
              <a:t>Convertir en format local seulement à l'affichage</a:t>
            </a:r>
          </a:p>
          <a:p>
            <a:endParaRPr lang="fr-BE" dirty="0"/>
          </a:p>
        </p:txBody>
      </p:sp>
    </p:spTree>
    <p:extLst>
      <p:ext uri="{BB962C8B-B14F-4D97-AF65-F5344CB8AC3E}">
        <p14:creationId xmlns:p14="http://schemas.microsoft.com/office/powerpoint/2010/main" val="3085645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6E09-337E-323C-0E42-897A3B43DF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E31F17-255E-9C3D-06CA-3A075E569E41}"/>
              </a:ext>
            </a:extLst>
          </p:cNvPr>
          <p:cNvSpPr>
            <a:spLocks noGrp="1"/>
          </p:cNvSpPr>
          <p:nvPr>
            <p:ph type="title"/>
          </p:nvPr>
        </p:nvSpPr>
        <p:spPr/>
        <p:txBody>
          <a:bodyPr/>
          <a:lstStyle/>
          <a:p>
            <a:pPr algn="ctr"/>
            <a:r>
              <a:rPr lang="fr-BE" dirty="0"/>
              <a:t>Notion de timestamp</a:t>
            </a:r>
          </a:p>
        </p:txBody>
      </p:sp>
      <p:sp>
        <p:nvSpPr>
          <p:cNvPr id="5" name="Espace réservé du contenu 4">
            <a:extLst>
              <a:ext uri="{FF2B5EF4-FFF2-40B4-BE49-F238E27FC236}">
                <a16:creationId xmlns:a16="http://schemas.microsoft.com/office/drawing/2014/main" id="{5BEBE399-DA49-3C9B-F71C-A7861E915419}"/>
              </a:ext>
            </a:extLst>
          </p:cNvPr>
          <p:cNvSpPr>
            <a:spLocks noGrp="1"/>
          </p:cNvSpPr>
          <p:nvPr>
            <p:ph sz="half" idx="1"/>
          </p:nvPr>
        </p:nvSpPr>
        <p:spPr/>
        <p:txBody>
          <a:bodyPr>
            <a:normAutofit fontScale="85000" lnSpcReduction="20000"/>
          </a:bodyPr>
          <a:lstStyle/>
          <a:p>
            <a:r>
              <a:rPr lang="fr-BE" dirty="0"/>
              <a:t>Un timestamp est une représentation numérique absolue d’un instant précis, indépendante de tout format d’affichage.</a:t>
            </a:r>
          </a:p>
          <a:p>
            <a:r>
              <a:rPr lang="fr-BE" dirty="0"/>
              <a:t>En général, il s’agit d’un timestamp Unix, càd du nombre de secondes (ou millisecondes) écoulées depuis le 1ᵉʳ janvier 1970 à 00:00:00 UTC (</a:t>
            </a:r>
            <a:r>
              <a:rPr lang="fr-BE" dirty="0" err="1"/>
              <a:t>epoch</a:t>
            </a:r>
            <a:r>
              <a:rPr lang="fr-BE" dirty="0"/>
              <a:t> Unix).</a:t>
            </a:r>
          </a:p>
          <a:p>
            <a:r>
              <a:rPr lang="fr-BE" dirty="0"/>
              <a:t>Un timestamp ne contient aucune information de fuseau horaire. Le fuseau n'intervient qu'au moment de la conversion vers une date lisible.</a:t>
            </a:r>
          </a:p>
        </p:txBody>
      </p:sp>
      <p:sp>
        <p:nvSpPr>
          <p:cNvPr id="7" name="Espace réservé du contenu 6">
            <a:extLst>
              <a:ext uri="{FF2B5EF4-FFF2-40B4-BE49-F238E27FC236}">
                <a16:creationId xmlns:a16="http://schemas.microsoft.com/office/drawing/2014/main" id="{9CED8280-9D5E-6C99-00CD-4024D701D9FB}"/>
              </a:ext>
            </a:extLst>
          </p:cNvPr>
          <p:cNvSpPr>
            <a:spLocks noGrp="1"/>
          </p:cNvSpPr>
          <p:nvPr>
            <p:ph sz="half" idx="2"/>
          </p:nvPr>
        </p:nvSpPr>
        <p:spPr/>
        <p:txBody>
          <a:bodyPr>
            <a:normAutofit fontScale="85000" lnSpcReduction="20000"/>
          </a:bodyPr>
          <a:lstStyle/>
          <a:p>
            <a:r>
              <a:rPr lang="fr-BE" dirty="0"/>
              <a:t>Caractéristiques :</a:t>
            </a:r>
          </a:p>
          <a:p>
            <a:pPr lvl="1"/>
            <a:r>
              <a:rPr lang="fr-BE" dirty="0"/>
              <a:t>Non ambigu mais illisible</a:t>
            </a:r>
          </a:p>
          <a:p>
            <a:pPr lvl="1"/>
            <a:r>
              <a:rPr lang="fr-BE" dirty="0"/>
              <a:t>Indépendant du fuseau horaire</a:t>
            </a:r>
          </a:p>
          <a:p>
            <a:pPr lvl="1"/>
            <a:r>
              <a:rPr lang="fr-BE" dirty="0"/>
              <a:t>Facile à comparer et à calculer</a:t>
            </a:r>
          </a:p>
          <a:p>
            <a:pPr lvl="1"/>
            <a:r>
              <a:rPr lang="fr-BE" dirty="0"/>
              <a:t>Orienté calcul et stockage interne</a:t>
            </a:r>
          </a:p>
          <a:p>
            <a:r>
              <a:rPr lang="fr-BE" dirty="0"/>
              <a:t>Exemples :</a:t>
            </a:r>
          </a:p>
          <a:p>
            <a:pPr lvl="1"/>
            <a:r>
              <a:rPr lang="fr-BE" dirty="0"/>
              <a:t>1702737000 (secondes)</a:t>
            </a:r>
          </a:p>
          <a:p>
            <a:pPr lvl="1"/>
            <a:r>
              <a:rPr lang="fr-BE" dirty="0"/>
              <a:t>1702737000123 (millisecondes)</a:t>
            </a:r>
          </a:p>
        </p:txBody>
      </p:sp>
    </p:spTree>
    <p:extLst>
      <p:ext uri="{BB962C8B-B14F-4D97-AF65-F5344CB8AC3E}">
        <p14:creationId xmlns:p14="http://schemas.microsoft.com/office/powerpoint/2010/main" val="1980447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FAAA2C9C-10B1-2FD7-595A-ED59A7937140}"/>
              </a:ext>
            </a:extLst>
          </p:cNvPr>
          <p:cNvSpPr>
            <a:spLocks noGrp="1"/>
          </p:cNvSpPr>
          <p:nvPr>
            <p:ph type="title"/>
          </p:nvPr>
        </p:nvSpPr>
        <p:spPr/>
        <p:txBody>
          <a:bodyPr/>
          <a:lstStyle/>
          <a:p>
            <a:pPr algn="ctr"/>
            <a:r>
              <a:rPr lang="fr-BE" dirty="0"/>
              <a:t>Exemples de formats de date</a:t>
            </a:r>
          </a:p>
        </p:txBody>
      </p:sp>
      <p:graphicFrame>
        <p:nvGraphicFramePr>
          <p:cNvPr id="12" name="Espace réservé du contenu 11">
            <a:extLst>
              <a:ext uri="{FF2B5EF4-FFF2-40B4-BE49-F238E27FC236}">
                <a16:creationId xmlns:a16="http://schemas.microsoft.com/office/drawing/2014/main" id="{5B788A03-EF5D-4E61-BF0A-A09D4F859F2D}"/>
              </a:ext>
            </a:extLst>
          </p:cNvPr>
          <p:cNvGraphicFramePr>
            <a:graphicFrameLocks noGrp="1"/>
          </p:cNvGraphicFramePr>
          <p:nvPr>
            <p:ph idx="1"/>
            <p:extLst>
              <p:ext uri="{D42A27DB-BD31-4B8C-83A1-F6EECF244321}">
                <p14:modId xmlns:p14="http://schemas.microsoft.com/office/powerpoint/2010/main" val="3732332308"/>
              </p:ext>
            </p:extLst>
          </p:nvPr>
        </p:nvGraphicFramePr>
        <p:xfrm>
          <a:off x="838200" y="1825625"/>
          <a:ext cx="10515597" cy="4216400"/>
        </p:xfrm>
        <a:graphic>
          <a:graphicData uri="http://schemas.openxmlformats.org/drawingml/2006/table">
            <a:tbl>
              <a:tblPr firstRow="1" bandRow="1">
                <a:tableStyleId>{5C22544A-7EE6-4342-B048-85BDC9FD1C3A}</a:tableStyleId>
              </a:tblPr>
              <a:tblGrid>
                <a:gridCol w="1426029">
                  <a:extLst>
                    <a:ext uri="{9D8B030D-6E8A-4147-A177-3AD203B41FA5}">
                      <a16:colId xmlns:a16="http://schemas.microsoft.com/office/drawing/2014/main" val="3429221807"/>
                    </a:ext>
                  </a:extLst>
                </a:gridCol>
                <a:gridCol w="3690257">
                  <a:extLst>
                    <a:ext uri="{9D8B030D-6E8A-4147-A177-3AD203B41FA5}">
                      <a16:colId xmlns:a16="http://schemas.microsoft.com/office/drawing/2014/main" val="1907070300"/>
                    </a:ext>
                  </a:extLst>
                </a:gridCol>
                <a:gridCol w="3320143">
                  <a:extLst>
                    <a:ext uri="{9D8B030D-6E8A-4147-A177-3AD203B41FA5}">
                      <a16:colId xmlns:a16="http://schemas.microsoft.com/office/drawing/2014/main" val="1584736572"/>
                    </a:ext>
                  </a:extLst>
                </a:gridCol>
                <a:gridCol w="2079168">
                  <a:extLst>
                    <a:ext uri="{9D8B030D-6E8A-4147-A177-3AD203B41FA5}">
                      <a16:colId xmlns:a16="http://schemas.microsoft.com/office/drawing/2014/main" val="2232081360"/>
                    </a:ext>
                  </a:extLst>
                </a:gridCol>
              </a:tblGrid>
              <a:tr h="370840">
                <a:tc>
                  <a:txBody>
                    <a:bodyPr/>
                    <a:lstStyle/>
                    <a:p>
                      <a:pPr algn="ctr"/>
                      <a:r>
                        <a:rPr lang="fr-BE" dirty="0"/>
                        <a:t>Format</a:t>
                      </a:r>
                    </a:p>
                  </a:txBody>
                  <a:tcPr/>
                </a:tc>
                <a:tc>
                  <a:txBody>
                    <a:bodyPr/>
                    <a:lstStyle/>
                    <a:p>
                      <a:pPr algn="ctr"/>
                      <a:r>
                        <a:rPr lang="fr-BE" dirty="0" err="1"/>
                        <a:t>Datetime</a:t>
                      </a:r>
                      <a:endParaRPr lang="fr-BE" dirty="0"/>
                    </a:p>
                  </a:txBody>
                  <a:tcPr/>
                </a:tc>
                <a:tc>
                  <a:txBody>
                    <a:bodyPr/>
                    <a:lstStyle/>
                    <a:p>
                      <a:pPr algn="ctr"/>
                      <a:r>
                        <a:rPr lang="fr-BE" dirty="0"/>
                        <a:t>Exemples</a:t>
                      </a:r>
                    </a:p>
                  </a:txBody>
                  <a:tcPr/>
                </a:tc>
                <a:tc>
                  <a:txBody>
                    <a:bodyPr/>
                    <a:lstStyle/>
                    <a:p>
                      <a:pPr algn="ctr"/>
                      <a:r>
                        <a:rPr lang="fr-BE" dirty="0"/>
                        <a:t>Remarques</a:t>
                      </a:r>
                    </a:p>
                  </a:txBody>
                  <a:tcPr/>
                </a:tc>
                <a:extLst>
                  <a:ext uri="{0D108BD9-81ED-4DB2-BD59-A6C34878D82A}">
                    <a16:rowId xmlns:a16="http://schemas.microsoft.com/office/drawing/2014/main" val="3112033838"/>
                  </a:ext>
                </a:extLst>
              </a:tr>
              <a:tr h="370840">
                <a:tc>
                  <a:txBody>
                    <a:bodyPr/>
                    <a:lstStyle/>
                    <a:p>
                      <a:r>
                        <a:rPr lang="fr-BE" dirty="0"/>
                        <a:t>ISO 8601</a:t>
                      </a:r>
                    </a:p>
                  </a:txBody>
                  <a:tcPr/>
                </a:tc>
                <a:tc>
                  <a:txBody>
                    <a:bodyPr/>
                    <a:lstStyle/>
                    <a:p>
                      <a:r>
                        <a:rPr lang="fr-BE" dirty="0" err="1"/>
                        <a:t>YYYY-MM-DDThh:mm:ss±hh:mm</a:t>
                      </a:r>
                      <a:endParaRPr lang="fr-BE" dirty="0"/>
                    </a:p>
                  </a:txBody>
                  <a:tcPr/>
                </a:tc>
                <a:tc>
                  <a:txBody>
                    <a:bodyPr/>
                    <a:lstStyle/>
                    <a:p>
                      <a:pPr marL="285750" indent="-285750">
                        <a:buFont typeface="Arial" panose="020B0604020202020204" pitchFamily="34" charset="0"/>
                        <a:buChar char="•"/>
                      </a:pPr>
                      <a:r>
                        <a:rPr lang="fr-BE" dirty="0"/>
                        <a:t>2025-12-16T13:30:00Z</a:t>
                      </a:r>
                    </a:p>
                    <a:p>
                      <a:pPr marL="285750" indent="-285750">
                        <a:buFont typeface="Arial" panose="020B0604020202020204" pitchFamily="34" charset="0"/>
                        <a:buChar char="•"/>
                      </a:pPr>
                      <a:r>
                        <a:rPr lang="fr-BE" dirty="0"/>
                        <a:t>2025-12-16T14:30:00+01:00</a:t>
                      </a:r>
                    </a:p>
                    <a:p>
                      <a:pPr marL="285750" indent="-285750">
                        <a:buFont typeface="Arial" panose="020B0604020202020204" pitchFamily="34" charset="0"/>
                        <a:buChar char="•"/>
                      </a:pPr>
                      <a:r>
                        <a:rPr lang="fr-BE" dirty="0"/>
                        <a:t>2025-12-16</a:t>
                      </a:r>
                    </a:p>
                  </a:txBody>
                  <a:tcPr/>
                </a:tc>
                <a:tc>
                  <a:txBody>
                    <a:bodyPr/>
                    <a:lstStyle/>
                    <a:p>
                      <a:pPr marL="285750" indent="-285750">
                        <a:buFont typeface="Arial" panose="020B0604020202020204" pitchFamily="34" charset="0"/>
                        <a:buChar char="•"/>
                      </a:pPr>
                      <a:r>
                        <a:rPr lang="fr-BE" dirty="0"/>
                        <a:t>Format complet non ambigu</a:t>
                      </a:r>
                    </a:p>
                    <a:p>
                      <a:pPr marL="285750" indent="-285750">
                        <a:buFont typeface="Arial" panose="020B0604020202020204" pitchFamily="34" charset="0"/>
                        <a:buChar char="•"/>
                      </a:pPr>
                      <a:r>
                        <a:rPr lang="fr-BE" dirty="0"/>
                        <a:t>Z = UTC</a:t>
                      </a:r>
                    </a:p>
                  </a:txBody>
                  <a:tcPr/>
                </a:tc>
                <a:extLst>
                  <a:ext uri="{0D108BD9-81ED-4DB2-BD59-A6C34878D82A}">
                    <a16:rowId xmlns:a16="http://schemas.microsoft.com/office/drawing/2014/main" val="2244355347"/>
                  </a:ext>
                </a:extLst>
              </a:tr>
              <a:tr h="370840">
                <a:tc>
                  <a:txBody>
                    <a:bodyPr/>
                    <a:lstStyle/>
                    <a:p>
                      <a:r>
                        <a:rPr lang="fr-BE" dirty="0"/>
                        <a:t>SQL</a:t>
                      </a:r>
                    </a:p>
                  </a:txBody>
                  <a:tcPr/>
                </a:tc>
                <a:tc>
                  <a:txBody>
                    <a:bodyPr/>
                    <a:lstStyle/>
                    <a:p>
                      <a:r>
                        <a:rPr lang="fr-BE" dirty="0"/>
                        <a:t>YYYY-MM-DD </a:t>
                      </a:r>
                      <a:r>
                        <a:rPr lang="fr-BE" dirty="0" err="1"/>
                        <a:t>hh:mm:ss</a:t>
                      </a:r>
                      <a:endParaRPr lang="fr-BE" dirty="0"/>
                    </a:p>
                  </a:txBody>
                  <a:tcPr/>
                </a:tc>
                <a:tc>
                  <a:txBody>
                    <a:bodyPr/>
                    <a:lstStyle/>
                    <a:p>
                      <a:pPr marL="285750" indent="-285750">
                        <a:buFont typeface="Arial" panose="020B0604020202020204" pitchFamily="34" charset="0"/>
                        <a:buChar char="•"/>
                      </a:pPr>
                      <a:r>
                        <a:rPr lang="fr-BE" dirty="0"/>
                        <a:t>2025-12-16 14:30:00</a:t>
                      </a:r>
                    </a:p>
                  </a:txBody>
                  <a:tcPr/>
                </a:tc>
                <a:tc>
                  <a:txBody>
                    <a:bodyPr/>
                    <a:lstStyle/>
                    <a:p>
                      <a:pPr marL="285750" indent="-285750">
                        <a:buFont typeface="Arial" panose="020B0604020202020204" pitchFamily="34" charset="0"/>
                        <a:buChar char="•"/>
                      </a:pPr>
                      <a:r>
                        <a:rPr lang="fr-BE" dirty="0"/>
                        <a:t>Pas de TZ</a:t>
                      </a:r>
                    </a:p>
                  </a:txBody>
                  <a:tcPr/>
                </a:tc>
                <a:extLst>
                  <a:ext uri="{0D108BD9-81ED-4DB2-BD59-A6C34878D82A}">
                    <a16:rowId xmlns:a16="http://schemas.microsoft.com/office/drawing/2014/main" val="237167961"/>
                  </a:ext>
                </a:extLst>
              </a:tr>
              <a:tr h="370840">
                <a:tc>
                  <a:txBody>
                    <a:bodyPr/>
                    <a:lstStyle/>
                    <a:p>
                      <a:r>
                        <a:rPr lang="fr-BE" dirty="0"/>
                        <a:t>Format local français</a:t>
                      </a:r>
                    </a:p>
                  </a:txBody>
                  <a:tcPr/>
                </a:tc>
                <a:tc>
                  <a:txBody>
                    <a:bodyPr/>
                    <a:lstStyle/>
                    <a:p>
                      <a:r>
                        <a:rPr lang="fr-BE" dirty="0"/>
                        <a:t>DD/MM/YYYY </a:t>
                      </a:r>
                      <a:r>
                        <a:rPr lang="fr-BE" dirty="0" err="1"/>
                        <a:t>hh:mm:ss</a:t>
                      </a:r>
                      <a:endParaRPr lang="fr-BE" dirty="0"/>
                    </a:p>
                  </a:txBody>
                  <a:tcPr/>
                </a:tc>
                <a:tc>
                  <a:txBody>
                    <a:bodyPr/>
                    <a:lstStyle/>
                    <a:p>
                      <a:pPr marL="285750" indent="-285750">
                        <a:buFont typeface="Arial" panose="020B0604020202020204" pitchFamily="34" charset="0"/>
                        <a:buChar char="•"/>
                      </a:pPr>
                      <a:r>
                        <a:rPr lang="fr-BE" dirty="0"/>
                        <a:t>16/12/2025 14:30:00</a:t>
                      </a:r>
                    </a:p>
                  </a:txBody>
                  <a:tcPr/>
                </a:tc>
                <a:tc>
                  <a:txBody>
                    <a:bodyPr/>
                    <a:lstStyle/>
                    <a:p>
                      <a:pPr marL="285750" indent="-285750">
                        <a:buFont typeface="Arial" panose="020B0604020202020204" pitchFamily="34" charset="0"/>
                        <a:buChar char="•"/>
                      </a:pPr>
                      <a:endParaRPr lang="fr-BE" dirty="0"/>
                    </a:p>
                  </a:txBody>
                  <a:tcPr/>
                </a:tc>
                <a:extLst>
                  <a:ext uri="{0D108BD9-81ED-4DB2-BD59-A6C34878D82A}">
                    <a16:rowId xmlns:a16="http://schemas.microsoft.com/office/drawing/2014/main" val="1348641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Format local français</a:t>
                      </a:r>
                    </a:p>
                  </a:txBody>
                  <a:tcPr/>
                </a:tc>
                <a:tc>
                  <a:txBody>
                    <a:bodyPr/>
                    <a:lstStyle/>
                    <a:p>
                      <a:r>
                        <a:rPr lang="fr-BE" dirty="0"/>
                        <a:t>Textuel (formats nombreux)</a:t>
                      </a:r>
                    </a:p>
                  </a:txBody>
                  <a:tcPr/>
                </a:tc>
                <a:tc>
                  <a:txBody>
                    <a:bodyPr/>
                    <a:lstStyle/>
                    <a:p>
                      <a:pPr marL="285750" indent="-285750">
                        <a:buFont typeface="Arial" panose="020B0604020202020204" pitchFamily="34" charset="0"/>
                        <a:buChar char="•"/>
                      </a:pPr>
                      <a:r>
                        <a:rPr lang="fr-BE" dirty="0"/>
                        <a:t>16 décembre 2025 à 14:30</a:t>
                      </a:r>
                    </a:p>
                    <a:p>
                      <a:pPr marL="285750" indent="-285750">
                        <a:buFont typeface="Arial" panose="020B0604020202020204" pitchFamily="34" charset="0"/>
                        <a:buChar char="•"/>
                      </a:pPr>
                      <a:r>
                        <a:rPr lang="fr-BE" dirty="0"/>
                        <a:t>Mardi 16/12</a:t>
                      </a:r>
                    </a:p>
                  </a:txBody>
                  <a:tcPr/>
                </a:tc>
                <a:tc>
                  <a:txBody>
                    <a:bodyPr/>
                    <a:lstStyle/>
                    <a:p>
                      <a:pPr marL="285750" indent="-285750">
                        <a:buFont typeface="Arial" panose="020B0604020202020204" pitchFamily="34" charset="0"/>
                        <a:buChar char="•"/>
                      </a:pPr>
                      <a:r>
                        <a:rPr lang="fr-BE" dirty="0"/>
                        <a:t>Heure sur 24h</a:t>
                      </a:r>
                    </a:p>
                  </a:txBody>
                  <a:tcPr/>
                </a:tc>
                <a:extLst>
                  <a:ext uri="{0D108BD9-81ED-4DB2-BD59-A6C34878D82A}">
                    <a16:rowId xmlns:a16="http://schemas.microsoft.com/office/drawing/2014/main" val="4172477536"/>
                  </a:ext>
                </a:extLst>
              </a:tr>
              <a:tr h="370840">
                <a:tc>
                  <a:txBody>
                    <a:bodyPr/>
                    <a:lstStyle/>
                    <a:p>
                      <a:r>
                        <a:rPr lang="fr-BE" dirty="0"/>
                        <a:t>Format local anglo-saxon</a:t>
                      </a:r>
                    </a:p>
                  </a:txBody>
                  <a:tcPr/>
                </a:tc>
                <a:tc>
                  <a:txBody>
                    <a:bodyPr/>
                    <a:lstStyle/>
                    <a:p>
                      <a:r>
                        <a:rPr lang="fr-BE" dirty="0"/>
                        <a:t>MM/DD/YYYY </a:t>
                      </a:r>
                      <a:r>
                        <a:rPr lang="fr-BE" dirty="0" err="1"/>
                        <a:t>hh:mm:ss</a:t>
                      </a:r>
                      <a:endParaRPr lang="fr-BE"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dirty="0"/>
                        <a:t>12/16/2025 14:30:00</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dirty="0"/>
                        <a:t>Confusion entre jour et mois</a:t>
                      </a:r>
                    </a:p>
                  </a:txBody>
                  <a:tcPr/>
                </a:tc>
                <a:extLst>
                  <a:ext uri="{0D108BD9-81ED-4DB2-BD59-A6C34878D82A}">
                    <a16:rowId xmlns:a16="http://schemas.microsoft.com/office/drawing/2014/main" val="10621141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Format local anglo-saxon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Textuel (formats nombreux)</a:t>
                      </a:r>
                    </a:p>
                    <a:p>
                      <a:endParaRPr lang="fr-BE"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dirty="0"/>
                        <a:t>Dec 16, 2025 at 2:30 PM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dirty="0"/>
                        <a:t>Tue, December 16, 2025</a:t>
                      </a:r>
                      <a:endParaRPr lang="fr-BE"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dirty="0"/>
                        <a:t>Heure sur 12h AM/PM</a:t>
                      </a:r>
                    </a:p>
                  </a:txBody>
                  <a:tcPr/>
                </a:tc>
                <a:extLst>
                  <a:ext uri="{0D108BD9-81ED-4DB2-BD59-A6C34878D82A}">
                    <a16:rowId xmlns:a16="http://schemas.microsoft.com/office/drawing/2014/main" val="2095067588"/>
                  </a:ext>
                </a:extLst>
              </a:tr>
            </a:tbl>
          </a:graphicData>
        </a:graphic>
      </p:graphicFrame>
    </p:spTree>
    <p:extLst>
      <p:ext uri="{BB962C8B-B14F-4D97-AF65-F5344CB8AC3E}">
        <p14:creationId xmlns:p14="http://schemas.microsoft.com/office/powerpoint/2010/main" val="2189899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C0FC3358-3848-3AD8-D5DB-688A8DAF49CA}"/>
              </a:ext>
            </a:extLst>
          </p:cNvPr>
          <p:cNvSpPr>
            <a:spLocks noGrp="1"/>
          </p:cNvSpPr>
          <p:nvPr>
            <p:ph type="title"/>
          </p:nvPr>
        </p:nvSpPr>
        <p:spPr/>
        <p:txBody>
          <a:bodyPr/>
          <a:lstStyle/>
          <a:p>
            <a:pPr algn="ctr"/>
            <a:r>
              <a:rPr lang="fr-BE" dirty="0"/>
              <a:t>MySQL et les dates</a:t>
            </a:r>
          </a:p>
        </p:txBody>
      </p:sp>
      <p:sp>
        <p:nvSpPr>
          <p:cNvPr id="5" name="Espace réservé du contenu 4">
            <a:extLst>
              <a:ext uri="{FF2B5EF4-FFF2-40B4-BE49-F238E27FC236}">
                <a16:creationId xmlns:a16="http://schemas.microsoft.com/office/drawing/2014/main" id="{520B44A1-89A8-25D7-0C6E-F8397796BD60}"/>
              </a:ext>
            </a:extLst>
          </p:cNvPr>
          <p:cNvSpPr>
            <a:spLocks noGrp="1"/>
          </p:cNvSpPr>
          <p:nvPr>
            <p:ph sz="half" idx="1"/>
          </p:nvPr>
        </p:nvSpPr>
        <p:spPr/>
        <p:txBody>
          <a:bodyPr>
            <a:normAutofit fontScale="62500" lnSpcReduction="20000"/>
          </a:bodyPr>
          <a:lstStyle/>
          <a:p>
            <a:r>
              <a:rPr lang="fr-BE" dirty="0"/>
              <a:t>MySQL distingue deux notions :</a:t>
            </a:r>
          </a:p>
          <a:p>
            <a:pPr lvl="1"/>
            <a:r>
              <a:rPr lang="fr-BE" dirty="0"/>
              <a:t>DATETIME: </a:t>
            </a:r>
          </a:p>
          <a:p>
            <a:pPr lvl="2"/>
            <a:r>
              <a:rPr lang="fr-BE" dirty="0"/>
              <a:t>Date/heure contextuelle. </a:t>
            </a:r>
          </a:p>
          <a:p>
            <a:pPr lvl="2"/>
            <a:r>
              <a:rPr lang="fr-BE" dirty="0"/>
              <a:t>Attention, un </a:t>
            </a:r>
            <a:r>
              <a:rPr lang="fr-BE" dirty="0" err="1"/>
              <a:t>datetime</a:t>
            </a:r>
            <a:r>
              <a:rPr lang="fr-BE" dirty="0"/>
              <a:t> est stocké sans fuseau horaire.</a:t>
            </a:r>
          </a:p>
          <a:p>
            <a:pPr lvl="1"/>
            <a:r>
              <a:rPr lang="fr-BE" dirty="0"/>
              <a:t>TIMESTAMP: </a:t>
            </a:r>
          </a:p>
          <a:p>
            <a:pPr lvl="2"/>
            <a:r>
              <a:rPr lang="fr-BE" dirty="0"/>
              <a:t>Instant absolu formatté en </a:t>
            </a:r>
            <a:r>
              <a:rPr lang="fr-BE" dirty="0" err="1"/>
              <a:t>datetime</a:t>
            </a:r>
            <a:r>
              <a:rPr lang="fr-BE" dirty="0"/>
              <a:t> UTC. La date transmise à MySQL est convertie selon le fuseau horaire du serveur ou de la session.</a:t>
            </a:r>
          </a:p>
          <a:p>
            <a:pPr lvl="2"/>
            <a:r>
              <a:rPr lang="fr-BE" dirty="0"/>
              <a:t>En cas d’internationalisation, on peut forcer la </a:t>
            </a:r>
            <a:r>
              <a:rPr lang="fr-BE" dirty="0" err="1"/>
              <a:t>timezone</a:t>
            </a:r>
            <a:r>
              <a:rPr lang="fr-BE" dirty="0"/>
              <a:t> de la session et n’insérer que des dates UTC.</a:t>
            </a:r>
          </a:p>
          <a:p>
            <a:r>
              <a:rPr lang="fr-BE" dirty="0"/>
              <a:t>Dans les deux cas, MySQL utilise le format :</a:t>
            </a:r>
          </a:p>
          <a:p>
            <a:pPr lvl="1"/>
            <a:r>
              <a:rPr lang="fr-BE" dirty="0"/>
              <a:t>YYYY/MM/DD </a:t>
            </a:r>
            <a:r>
              <a:rPr lang="fr-BE" dirty="0" err="1"/>
              <a:t>hh:mm:ss</a:t>
            </a:r>
            <a:endParaRPr lang="fr-BE" dirty="0"/>
          </a:p>
          <a:p>
            <a:r>
              <a:rPr lang="fr-BE" dirty="0"/>
              <a:t>A noter que ces types peuvent être automatiquement initialisés ou updatés avec la date courante.</a:t>
            </a:r>
          </a:p>
          <a:p>
            <a:r>
              <a:rPr lang="fr-BE" dirty="0"/>
              <a:t>Ressources:</a:t>
            </a:r>
          </a:p>
          <a:p>
            <a:pPr lvl="1"/>
            <a:r>
              <a:rPr lang="fr-BE" dirty="0">
                <a:hlinkClick r:id="rId3"/>
              </a:rPr>
              <a:t>MySQL doc - Date types</a:t>
            </a:r>
            <a:endParaRPr lang="fr-BE" dirty="0"/>
          </a:p>
          <a:p>
            <a:pPr lvl="1"/>
            <a:r>
              <a:rPr lang="fr-BE" dirty="0">
                <a:hlinkClick r:id="rId4"/>
              </a:rPr>
              <a:t>MySQL doc - Date </a:t>
            </a:r>
            <a:r>
              <a:rPr lang="fr-BE" dirty="0" err="1">
                <a:hlinkClick r:id="rId4"/>
              </a:rPr>
              <a:t>functions</a:t>
            </a:r>
            <a:endParaRPr lang="fr-BE" dirty="0"/>
          </a:p>
        </p:txBody>
      </p:sp>
      <p:pic>
        <p:nvPicPr>
          <p:cNvPr id="12" name="Espace réservé du contenu 11">
            <a:extLst>
              <a:ext uri="{FF2B5EF4-FFF2-40B4-BE49-F238E27FC236}">
                <a16:creationId xmlns:a16="http://schemas.microsoft.com/office/drawing/2014/main" id="{675E2376-77C4-2DF7-8745-C97AC504E775}"/>
              </a:ext>
            </a:extLst>
          </p:cNvPr>
          <p:cNvPicPr>
            <a:picLocks noGrp="1" noChangeAspect="1"/>
          </p:cNvPicPr>
          <p:nvPr>
            <p:ph sz="half" idx="2"/>
          </p:nvPr>
        </p:nvPicPr>
        <p:blipFill>
          <a:blip r:embed="rId5"/>
          <a:stretch>
            <a:fillRect/>
          </a:stretch>
        </p:blipFill>
        <p:spPr>
          <a:xfrm>
            <a:off x="6291262" y="1929606"/>
            <a:ext cx="4943475" cy="4143375"/>
          </a:xfrm>
          <a:prstGeom prst="rect">
            <a:avLst/>
          </a:prstGeom>
        </p:spPr>
      </p:pic>
    </p:spTree>
    <p:extLst>
      <p:ext uri="{BB962C8B-B14F-4D97-AF65-F5344CB8AC3E}">
        <p14:creationId xmlns:p14="http://schemas.microsoft.com/office/powerpoint/2010/main" val="3831406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7E23C-FE69-8099-1C81-3CF2C8DC751C}"/>
              </a:ext>
            </a:extLst>
          </p:cNvPr>
          <p:cNvSpPr>
            <a:spLocks noGrp="1"/>
          </p:cNvSpPr>
          <p:nvPr>
            <p:ph type="title"/>
          </p:nvPr>
        </p:nvSpPr>
        <p:spPr/>
        <p:txBody>
          <a:bodyPr/>
          <a:lstStyle/>
          <a:p>
            <a:pPr algn="ctr"/>
            <a:r>
              <a:rPr lang="fr-BE"/>
              <a:t>PHP et les dates</a:t>
            </a:r>
            <a:endParaRPr lang="fr-BE" dirty="0"/>
          </a:p>
        </p:txBody>
      </p:sp>
      <p:sp>
        <p:nvSpPr>
          <p:cNvPr id="3" name="Espace réservé du contenu 2">
            <a:extLst>
              <a:ext uri="{FF2B5EF4-FFF2-40B4-BE49-F238E27FC236}">
                <a16:creationId xmlns:a16="http://schemas.microsoft.com/office/drawing/2014/main" id="{2E4E8244-6B09-004A-5A1B-22171D6C763F}"/>
              </a:ext>
            </a:extLst>
          </p:cNvPr>
          <p:cNvSpPr>
            <a:spLocks noGrp="1"/>
          </p:cNvSpPr>
          <p:nvPr>
            <p:ph sz="half" idx="1"/>
          </p:nvPr>
        </p:nvSpPr>
        <p:spPr/>
        <p:txBody>
          <a:bodyPr>
            <a:normAutofit fontScale="62500" lnSpcReduction="20000"/>
          </a:bodyPr>
          <a:lstStyle/>
          <a:p>
            <a:r>
              <a:rPr lang="fr-BE" dirty="0"/>
              <a:t>Il existe plusieurs façons de gérer les dates:</a:t>
            </a:r>
          </a:p>
          <a:p>
            <a:pPr lvl="1"/>
            <a:r>
              <a:rPr lang="fr-BE" dirty="0"/>
              <a:t>En procédural: on manipule un timestamp</a:t>
            </a:r>
          </a:p>
          <a:p>
            <a:pPr lvl="1"/>
            <a:r>
              <a:rPr lang="fr-BE" dirty="0"/>
              <a:t>En orienté objet: on manipule un </a:t>
            </a:r>
            <a:r>
              <a:rPr lang="fr-BE" dirty="0" err="1"/>
              <a:t>datetime</a:t>
            </a:r>
            <a:endParaRPr lang="fr-BE" dirty="0"/>
          </a:p>
          <a:p>
            <a:r>
              <a:rPr lang="fr-BE" dirty="0"/>
              <a:t>Deux types d’action typiques:</a:t>
            </a:r>
          </a:p>
          <a:p>
            <a:pPr marL="914400" lvl="1" indent="-457200">
              <a:buFont typeface="+mj-lt"/>
              <a:buAutoNum type="arabicPeriod"/>
            </a:pPr>
            <a:r>
              <a:rPr lang="fr-BE" dirty="0"/>
              <a:t>Générer une date:</a:t>
            </a:r>
          </a:p>
          <a:p>
            <a:pPr lvl="2"/>
            <a:r>
              <a:rPr lang="fr-BE" dirty="0"/>
              <a:t>Date courante</a:t>
            </a:r>
          </a:p>
          <a:p>
            <a:pPr lvl="2"/>
            <a:r>
              <a:rPr lang="fr-BE" dirty="0"/>
              <a:t>Date </a:t>
            </a:r>
            <a:r>
              <a:rPr lang="fr-BE" dirty="0" err="1"/>
              <a:t>parsée</a:t>
            </a:r>
            <a:r>
              <a:rPr lang="fr-BE" dirty="0"/>
              <a:t> depuis une string</a:t>
            </a:r>
          </a:p>
          <a:p>
            <a:pPr marL="914400" lvl="1" indent="-457200">
              <a:buFont typeface="+mj-lt"/>
              <a:buAutoNum type="arabicPeriod"/>
            </a:pPr>
            <a:r>
              <a:rPr lang="fr-BE" dirty="0"/>
              <a:t>Formater une date en string</a:t>
            </a:r>
          </a:p>
          <a:p>
            <a:r>
              <a:rPr lang="fr-BE" dirty="0"/>
              <a:t>A noter que la </a:t>
            </a:r>
            <a:r>
              <a:rPr lang="fr-BE" dirty="0" err="1"/>
              <a:t>timezone</a:t>
            </a:r>
            <a:r>
              <a:rPr lang="fr-BE" dirty="0"/>
              <a:t> par défaut est définie dans php.ini (directive: `</a:t>
            </a:r>
            <a:r>
              <a:rPr lang="fr-BE" dirty="0" err="1"/>
              <a:t>date.timezone</a:t>
            </a:r>
            <a:r>
              <a:rPr lang="fr-BE" dirty="0"/>
              <a:t>`) (</a:t>
            </a:r>
            <a:r>
              <a:rPr lang="fr-BE" dirty="0" err="1"/>
              <a:t>surchargeable</a:t>
            </a:r>
            <a:r>
              <a:rPr lang="fr-BE" dirty="0"/>
              <a:t>).</a:t>
            </a:r>
          </a:p>
          <a:p>
            <a:r>
              <a:rPr lang="fr-BE" dirty="0"/>
              <a:t>Ressources:</a:t>
            </a:r>
          </a:p>
          <a:p>
            <a:pPr lvl="1"/>
            <a:r>
              <a:rPr lang="fr-BE" dirty="0">
                <a:hlinkClick r:id="rId3"/>
              </a:rPr>
              <a:t>PHP doc – Gestion des dates</a:t>
            </a:r>
            <a:endParaRPr lang="fr-BE" dirty="0"/>
          </a:p>
          <a:p>
            <a:pPr lvl="1"/>
            <a:r>
              <a:rPr lang="fr-BE" dirty="0">
                <a:hlinkClick r:id="rId4"/>
              </a:rPr>
              <a:t>PHP doc – </a:t>
            </a:r>
            <a:r>
              <a:rPr lang="fr-BE" dirty="0" err="1">
                <a:hlinkClick r:id="rId4"/>
              </a:rPr>
              <a:t>DateTime</a:t>
            </a:r>
            <a:endParaRPr lang="fr-BE" dirty="0"/>
          </a:p>
          <a:p>
            <a:pPr lvl="1"/>
            <a:r>
              <a:rPr lang="fr-BE" dirty="0">
                <a:hlinkClick r:id="rId5"/>
              </a:rPr>
              <a:t>PHP doc </a:t>
            </a:r>
            <a:r>
              <a:rPr lang="fr-BE" dirty="0">
                <a:hlinkClick r:id="rId3"/>
              </a:rPr>
              <a:t>–</a:t>
            </a:r>
            <a:r>
              <a:rPr lang="fr-BE" dirty="0">
                <a:hlinkClick r:id="rId5"/>
              </a:rPr>
              <a:t> time()</a:t>
            </a:r>
            <a:endParaRPr lang="fr-BE" dirty="0"/>
          </a:p>
          <a:p>
            <a:pPr lvl="1"/>
            <a:r>
              <a:rPr lang="fr-BE" dirty="0">
                <a:hlinkClick r:id="rId6"/>
              </a:rPr>
              <a:t>PHP doc – Formats</a:t>
            </a:r>
            <a:endParaRPr lang="fr-BE" dirty="0"/>
          </a:p>
          <a:p>
            <a:pPr lvl="1"/>
            <a:r>
              <a:rPr lang="fr-BE" dirty="0">
                <a:hlinkClick r:id="rId7"/>
              </a:rPr>
              <a:t>PHP doc </a:t>
            </a:r>
            <a:r>
              <a:rPr lang="fr-BE" dirty="0">
                <a:hlinkClick r:id="rId3"/>
              </a:rPr>
              <a:t>–</a:t>
            </a:r>
            <a:r>
              <a:rPr lang="fr-BE" dirty="0">
                <a:hlinkClick r:id="rId7"/>
              </a:rPr>
              <a:t> Date config</a:t>
            </a:r>
            <a:endParaRPr lang="fr-BE" dirty="0"/>
          </a:p>
        </p:txBody>
      </p:sp>
      <p:pic>
        <p:nvPicPr>
          <p:cNvPr id="10" name="Espace réservé du contenu 9" descr="Une image contenant texte, capture d’écran, Police&#10;&#10;Le contenu généré par l’IA peut être incorrect.">
            <a:extLst>
              <a:ext uri="{FF2B5EF4-FFF2-40B4-BE49-F238E27FC236}">
                <a16:creationId xmlns:a16="http://schemas.microsoft.com/office/drawing/2014/main" id="{F1B36B9B-A04B-71D5-F67C-51BD926CFD41}"/>
              </a:ext>
            </a:extLst>
          </p:cNvPr>
          <p:cNvPicPr>
            <a:picLocks noGrp="1" noChangeAspect="1"/>
          </p:cNvPicPr>
          <p:nvPr>
            <p:ph sz="half" idx="2"/>
          </p:nvPr>
        </p:nvPicPr>
        <p:blipFill>
          <a:blip r:embed="rId8"/>
          <a:stretch>
            <a:fillRect/>
          </a:stretch>
        </p:blipFill>
        <p:spPr>
          <a:xfrm>
            <a:off x="6172200" y="2197330"/>
            <a:ext cx="5181600" cy="3607928"/>
          </a:xfrm>
          <a:prstGeom prst="rect">
            <a:avLst/>
          </a:prstGeom>
        </p:spPr>
      </p:pic>
    </p:spTree>
    <p:extLst>
      <p:ext uri="{BB962C8B-B14F-4D97-AF65-F5344CB8AC3E}">
        <p14:creationId xmlns:p14="http://schemas.microsoft.com/office/powerpoint/2010/main" val="2301921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A23EC4-607E-9EC4-10D5-FD01187B4496}"/>
              </a:ext>
            </a:extLst>
          </p:cNvPr>
          <p:cNvSpPr>
            <a:spLocks noGrp="1"/>
          </p:cNvSpPr>
          <p:nvPr>
            <p:ph type="title"/>
          </p:nvPr>
        </p:nvSpPr>
        <p:spPr/>
        <p:txBody>
          <a:bodyPr/>
          <a:lstStyle/>
          <a:p>
            <a:pPr algn="ctr"/>
            <a:r>
              <a:rPr lang="fr-BE" dirty="0"/>
              <a:t>Manipulations de base</a:t>
            </a:r>
          </a:p>
        </p:txBody>
      </p:sp>
      <p:graphicFrame>
        <p:nvGraphicFramePr>
          <p:cNvPr id="4" name="Espace réservé du contenu 3">
            <a:extLst>
              <a:ext uri="{FF2B5EF4-FFF2-40B4-BE49-F238E27FC236}">
                <a16:creationId xmlns:a16="http://schemas.microsoft.com/office/drawing/2014/main" id="{76903679-4A20-DA5C-D4E5-B80CBD8420BB}"/>
              </a:ext>
            </a:extLst>
          </p:cNvPr>
          <p:cNvGraphicFramePr>
            <a:graphicFrameLocks noGrp="1"/>
          </p:cNvGraphicFramePr>
          <p:nvPr>
            <p:ph idx="1"/>
            <p:extLst>
              <p:ext uri="{D42A27DB-BD31-4B8C-83A1-F6EECF244321}">
                <p14:modId xmlns:p14="http://schemas.microsoft.com/office/powerpoint/2010/main" val="1985467897"/>
              </p:ext>
            </p:extLst>
          </p:nvPr>
        </p:nvGraphicFramePr>
        <p:xfrm>
          <a:off x="838200" y="1825625"/>
          <a:ext cx="10515597" cy="3383280"/>
        </p:xfrm>
        <a:graphic>
          <a:graphicData uri="http://schemas.openxmlformats.org/drawingml/2006/table">
            <a:tbl>
              <a:tblPr firstRow="1" bandRow="1">
                <a:tableStyleId>{5C22544A-7EE6-4342-B048-85BDC9FD1C3A}</a:tableStyleId>
              </a:tblPr>
              <a:tblGrid>
                <a:gridCol w="1479698">
                  <a:extLst>
                    <a:ext uri="{9D8B030D-6E8A-4147-A177-3AD203B41FA5}">
                      <a16:colId xmlns:a16="http://schemas.microsoft.com/office/drawing/2014/main" val="2294937036"/>
                    </a:ext>
                  </a:extLst>
                </a:gridCol>
                <a:gridCol w="4518837">
                  <a:extLst>
                    <a:ext uri="{9D8B030D-6E8A-4147-A177-3AD203B41FA5}">
                      <a16:colId xmlns:a16="http://schemas.microsoft.com/office/drawing/2014/main" val="3439015326"/>
                    </a:ext>
                  </a:extLst>
                </a:gridCol>
                <a:gridCol w="4517062">
                  <a:extLst>
                    <a:ext uri="{9D8B030D-6E8A-4147-A177-3AD203B41FA5}">
                      <a16:colId xmlns:a16="http://schemas.microsoft.com/office/drawing/2014/main" val="134685273"/>
                    </a:ext>
                  </a:extLst>
                </a:gridCol>
              </a:tblGrid>
              <a:tr h="370840">
                <a:tc>
                  <a:txBody>
                    <a:bodyPr/>
                    <a:lstStyle/>
                    <a:p>
                      <a:endParaRPr lang="fr-BE"/>
                    </a:p>
                  </a:txBody>
                  <a:tcPr/>
                </a:tc>
                <a:tc>
                  <a:txBody>
                    <a:bodyPr/>
                    <a:lstStyle/>
                    <a:p>
                      <a:pPr algn="ctr"/>
                      <a:r>
                        <a:rPr lang="fr-BE" dirty="0"/>
                        <a:t>Orienté objet</a:t>
                      </a:r>
                    </a:p>
                  </a:txBody>
                  <a:tcPr/>
                </a:tc>
                <a:tc>
                  <a:txBody>
                    <a:bodyPr/>
                    <a:lstStyle/>
                    <a:p>
                      <a:pPr algn="ctr"/>
                      <a:r>
                        <a:rPr lang="fr-BE" dirty="0"/>
                        <a:t>Procédural </a:t>
                      </a:r>
                    </a:p>
                    <a:p>
                      <a:pPr algn="ctr"/>
                      <a:r>
                        <a:rPr lang="fr-BE" dirty="0"/>
                        <a:t>(pour info)</a:t>
                      </a:r>
                    </a:p>
                  </a:txBody>
                  <a:tcPr/>
                </a:tc>
                <a:extLst>
                  <a:ext uri="{0D108BD9-81ED-4DB2-BD59-A6C34878D82A}">
                    <a16:rowId xmlns:a16="http://schemas.microsoft.com/office/drawing/2014/main" val="1403213312"/>
                  </a:ext>
                </a:extLst>
              </a:tr>
              <a:tr h="370840">
                <a:tc>
                  <a:txBody>
                    <a:bodyPr/>
                    <a:lstStyle/>
                    <a:p>
                      <a:r>
                        <a:rPr lang="fr-BE" b="1" dirty="0"/>
                        <a:t>Génération de l’instant courant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a:t>
                      </a:r>
                      <a:r>
                        <a:rPr lang="fr-BE" dirty="0" err="1"/>
                        <a:t>dateTime</a:t>
                      </a:r>
                      <a:r>
                        <a:rPr lang="fr-BE" dirty="0"/>
                        <a:t> = new </a:t>
                      </a:r>
                      <a:r>
                        <a:rPr lang="fr-BE" dirty="0" err="1"/>
                        <a:t>DateTime</a:t>
                      </a:r>
                      <a:r>
                        <a:rPr lang="fr-BE"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$timestamp = time();</a:t>
                      </a:r>
                    </a:p>
                    <a:p>
                      <a:endParaRPr lang="fr-BE" dirty="0"/>
                    </a:p>
                  </a:txBody>
                  <a:tcPr/>
                </a:tc>
                <a:extLst>
                  <a:ext uri="{0D108BD9-81ED-4DB2-BD59-A6C34878D82A}">
                    <a16:rowId xmlns:a16="http://schemas.microsoft.com/office/drawing/2014/main" val="3563552632"/>
                  </a:ext>
                </a:extLst>
              </a:tr>
              <a:tr h="370840">
                <a:tc>
                  <a:txBody>
                    <a:bodyPr/>
                    <a:lstStyle/>
                    <a:p>
                      <a:r>
                        <a:rPr lang="fr-BE" b="1" dirty="0" err="1"/>
                        <a:t>Parsing</a:t>
                      </a:r>
                      <a:r>
                        <a:rPr lang="fr-BE" b="1" dirty="0"/>
                        <a:t> d’une date</a:t>
                      </a:r>
                    </a:p>
                    <a:p>
                      <a:endParaRPr lang="fr-BE" b="1" dirty="0"/>
                    </a:p>
                  </a:txBody>
                  <a:tcPr/>
                </a:tc>
                <a:tc>
                  <a:txBody>
                    <a:bodyPr/>
                    <a:lstStyle/>
                    <a:p>
                      <a:r>
                        <a:rPr lang="en-US" dirty="0"/>
                        <a:t>$value = '2025-12-16 14:30:00';</a:t>
                      </a:r>
                    </a:p>
                    <a:p>
                      <a:r>
                        <a:rPr lang="en-US" dirty="0"/>
                        <a:t>$</a:t>
                      </a:r>
                      <a:r>
                        <a:rPr lang="en-US" dirty="0" err="1"/>
                        <a:t>dateTime</a:t>
                      </a:r>
                      <a:r>
                        <a:rPr lang="en-US" dirty="0"/>
                        <a:t> = new </a:t>
                      </a:r>
                      <a:r>
                        <a:rPr lang="en-US" dirty="0" err="1"/>
                        <a:t>DateTime</a:t>
                      </a:r>
                      <a:r>
                        <a:rPr lang="en-US" dirty="0"/>
                        <a:t>($value);</a:t>
                      </a:r>
                      <a:endParaRPr lang="fr-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$value = '2025-12-16 14:30:00';</a:t>
                      </a:r>
                    </a:p>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$timestamp = </a:t>
                      </a:r>
                      <a:r>
                        <a:rPr lang="fr-BE" dirty="0" err="1"/>
                        <a:t>strtotime</a:t>
                      </a:r>
                      <a:r>
                        <a:rPr lang="fr-BE" dirty="0"/>
                        <a:t>($value);</a:t>
                      </a:r>
                    </a:p>
                  </a:txBody>
                  <a:tcPr/>
                </a:tc>
                <a:extLst>
                  <a:ext uri="{0D108BD9-81ED-4DB2-BD59-A6C34878D82A}">
                    <a16:rowId xmlns:a16="http://schemas.microsoft.com/office/drawing/2014/main" val="3457229631"/>
                  </a:ext>
                </a:extLst>
              </a:tr>
              <a:tr h="370840">
                <a:tc>
                  <a:txBody>
                    <a:bodyPr/>
                    <a:lstStyle/>
                    <a:p>
                      <a:r>
                        <a:rPr lang="fr-BE" b="1" dirty="0"/>
                        <a:t>Formatage d’une date</a:t>
                      </a:r>
                    </a:p>
                    <a:p>
                      <a:endParaRPr lang="fr-BE"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$value = $</a:t>
                      </a:r>
                      <a:r>
                        <a:rPr lang="fr-BE" dirty="0" err="1"/>
                        <a:t>dateTime</a:t>
                      </a:r>
                      <a:r>
                        <a:rPr lang="fr-BE" dirty="0"/>
                        <a:t>-&gt;format('d/m/Y H:i:s');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$value = date('d/m/Y H:i:s’, $timestamp);</a:t>
                      </a:r>
                    </a:p>
                  </a:txBody>
                  <a:tcPr/>
                </a:tc>
                <a:extLst>
                  <a:ext uri="{0D108BD9-81ED-4DB2-BD59-A6C34878D82A}">
                    <a16:rowId xmlns:a16="http://schemas.microsoft.com/office/drawing/2014/main" val="2557260875"/>
                  </a:ext>
                </a:extLst>
              </a:tr>
            </a:tbl>
          </a:graphicData>
        </a:graphic>
      </p:graphicFrame>
    </p:spTree>
    <p:extLst>
      <p:ext uri="{BB962C8B-B14F-4D97-AF65-F5344CB8AC3E}">
        <p14:creationId xmlns:p14="http://schemas.microsoft.com/office/powerpoint/2010/main" val="33715746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889F14-6FD3-2156-81B1-14CAA542C758}"/>
              </a:ext>
            </a:extLst>
          </p:cNvPr>
          <p:cNvSpPr>
            <a:spLocks noGrp="1"/>
          </p:cNvSpPr>
          <p:nvPr>
            <p:ph type="title"/>
          </p:nvPr>
        </p:nvSpPr>
        <p:spPr/>
        <p:txBody>
          <a:bodyPr/>
          <a:lstStyle/>
          <a:p>
            <a:pPr algn="ctr"/>
            <a:r>
              <a:rPr lang="fr-BE" dirty="0"/>
              <a:t>Caractères de formatage</a:t>
            </a:r>
          </a:p>
        </p:txBody>
      </p:sp>
      <p:sp>
        <p:nvSpPr>
          <p:cNvPr id="7" name="Espace réservé du texte 6">
            <a:extLst>
              <a:ext uri="{FF2B5EF4-FFF2-40B4-BE49-F238E27FC236}">
                <a16:creationId xmlns:a16="http://schemas.microsoft.com/office/drawing/2014/main" id="{C0FA0422-5894-9505-9405-B442F9DCF0CB}"/>
              </a:ext>
            </a:extLst>
          </p:cNvPr>
          <p:cNvSpPr>
            <a:spLocks noGrp="1"/>
          </p:cNvSpPr>
          <p:nvPr>
            <p:ph type="body" idx="1"/>
          </p:nvPr>
        </p:nvSpPr>
        <p:spPr/>
        <p:txBody>
          <a:bodyPr/>
          <a:lstStyle/>
          <a:p>
            <a:pPr algn="ctr"/>
            <a:r>
              <a:rPr lang="fr-BE" dirty="0"/>
              <a:t>Date</a:t>
            </a:r>
          </a:p>
          <a:p>
            <a:pPr algn="ctr"/>
            <a:endParaRPr lang="fr-BE" dirty="0"/>
          </a:p>
        </p:txBody>
      </p:sp>
      <p:graphicFrame>
        <p:nvGraphicFramePr>
          <p:cNvPr id="6" name="Espace réservé du contenu 5">
            <a:extLst>
              <a:ext uri="{FF2B5EF4-FFF2-40B4-BE49-F238E27FC236}">
                <a16:creationId xmlns:a16="http://schemas.microsoft.com/office/drawing/2014/main" id="{4F676887-C01E-0AC9-A5B1-26D31B986271}"/>
              </a:ext>
            </a:extLst>
          </p:cNvPr>
          <p:cNvGraphicFramePr>
            <a:graphicFrameLocks noGrp="1"/>
          </p:cNvGraphicFramePr>
          <p:nvPr>
            <p:ph sz="half" idx="2"/>
            <p:extLst>
              <p:ext uri="{D42A27DB-BD31-4B8C-83A1-F6EECF244321}">
                <p14:modId xmlns:p14="http://schemas.microsoft.com/office/powerpoint/2010/main" val="1332501436"/>
              </p:ext>
            </p:extLst>
          </p:nvPr>
        </p:nvGraphicFramePr>
        <p:xfrm>
          <a:off x="839788" y="2505075"/>
          <a:ext cx="5157786" cy="3672840"/>
        </p:xfrm>
        <a:graphic>
          <a:graphicData uri="http://schemas.openxmlformats.org/drawingml/2006/table">
            <a:tbl>
              <a:tblPr firstRow="1" bandRow="1">
                <a:tableStyleId>{5C22544A-7EE6-4342-B048-85BDC9FD1C3A}</a:tableStyleId>
              </a:tblPr>
              <a:tblGrid>
                <a:gridCol w="774373">
                  <a:extLst>
                    <a:ext uri="{9D8B030D-6E8A-4147-A177-3AD203B41FA5}">
                      <a16:colId xmlns:a16="http://schemas.microsoft.com/office/drawing/2014/main" val="2740970855"/>
                    </a:ext>
                  </a:extLst>
                </a:gridCol>
                <a:gridCol w="3079855">
                  <a:extLst>
                    <a:ext uri="{9D8B030D-6E8A-4147-A177-3AD203B41FA5}">
                      <a16:colId xmlns:a16="http://schemas.microsoft.com/office/drawing/2014/main" val="707691431"/>
                    </a:ext>
                  </a:extLst>
                </a:gridCol>
                <a:gridCol w="1303558">
                  <a:extLst>
                    <a:ext uri="{9D8B030D-6E8A-4147-A177-3AD203B41FA5}">
                      <a16:colId xmlns:a16="http://schemas.microsoft.com/office/drawing/2014/main" val="443905188"/>
                    </a:ext>
                  </a:extLst>
                </a:gridCol>
              </a:tblGrid>
              <a:tr h="370840">
                <a:tc>
                  <a:txBody>
                    <a:bodyPr/>
                    <a:lstStyle/>
                    <a:p>
                      <a:pPr algn="ctr"/>
                      <a:r>
                        <a:rPr lang="fr-BE" dirty="0"/>
                        <a:t>Car.</a:t>
                      </a:r>
                    </a:p>
                  </a:txBody>
                  <a:tcPr/>
                </a:tc>
                <a:tc>
                  <a:txBody>
                    <a:bodyPr/>
                    <a:lstStyle/>
                    <a:p>
                      <a:pPr algn="ctr"/>
                      <a:r>
                        <a:rPr lang="fr-BE" dirty="0"/>
                        <a:t>Description</a:t>
                      </a:r>
                    </a:p>
                  </a:txBody>
                  <a:tcPr/>
                </a:tc>
                <a:tc>
                  <a:txBody>
                    <a:bodyPr/>
                    <a:lstStyle/>
                    <a:p>
                      <a:pPr algn="ctr"/>
                      <a:r>
                        <a:rPr lang="fr-BE" dirty="0"/>
                        <a:t>Exemple</a:t>
                      </a:r>
                    </a:p>
                  </a:txBody>
                  <a:tcPr/>
                </a:tc>
                <a:extLst>
                  <a:ext uri="{0D108BD9-81ED-4DB2-BD59-A6C34878D82A}">
                    <a16:rowId xmlns:a16="http://schemas.microsoft.com/office/drawing/2014/main" val="2511202133"/>
                  </a:ext>
                </a:extLst>
              </a:tr>
              <a:tr h="370840">
                <a:tc>
                  <a:txBody>
                    <a:bodyPr/>
                    <a:lstStyle/>
                    <a:p>
                      <a:r>
                        <a:rPr lang="fr-BE" dirty="0"/>
                        <a:t>`d` </a:t>
                      </a:r>
                    </a:p>
                  </a:txBody>
                  <a:tcPr/>
                </a:tc>
                <a:tc>
                  <a:txBody>
                    <a:bodyPr/>
                    <a:lstStyle/>
                    <a:p>
                      <a:r>
                        <a:rPr lang="fr-BE" dirty="0"/>
                        <a:t>Jour du mois</a:t>
                      </a:r>
                    </a:p>
                    <a:p>
                      <a:r>
                        <a:rPr lang="fr-BE" dirty="0"/>
                        <a:t>sur deux chiffres</a:t>
                      </a:r>
                    </a:p>
                  </a:txBody>
                  <a:tcPr/>
                </a:tc>
                <a:tc>
                  <a:txBody>
                    <a:bodyPr/>
                    <a:lstStyle/>
                    <a:p>
                      <a:r>
                        <a:rPr lang="fr-BE" dirty="0"/>
                        <a:t>01 à 31</a:t>
                      </a:r>
                    </a:p>
                  </a:txBody>
                  <a:tcPr/>
                </a:tc>
                <a:extLst>
                  <a:ext uri="{0D108BD9-81ED-4DB2-BD59-A6C34878D82A}">
                    <a16:rowId xmlns:a16="http://schemas.microsoft.com/office/drawing/2014/main" val="305266327"/>
                  </a:ext>
                </a:extLst>
              </a:tr>
              <a:tr h="370840">
                <a:tc>
                  <a:txBody>
                    <a:bodyPr/>
                    <a:lstStyle/>
                    <a:p>
                      <a:r>
                        <a:rPr lang="fr-BE" dirty="0"/>
                        <a:t>`j`</a:t>
                      </a:r>
                    </a:p>
                  </a:txBody>
                  <a:tcPr/>
                </a:tc>
                <a:tc>
                  <a:txBody>
                    <a:bodyPr/>
                    <a:lstStyle/>
                    <a:p>
                      <a:r>
                        <a:rPr lang="fr-BE" dirty="0"/>
                        <a:t>Jour du mois </a:t>
                      </a:r>
                    </a:p>
                    <a:p>
                      <a:r>
                        <a:rPr lang="fr-BE" dirty="0"/>
                        <a:t>sans zéros initiaux</a:t>
                      </a:r>
                    </a:p>
                  </a:txBody>
                  <a:tcPr/>
                </a:tc>
                <a:tc>
                  <a:txBody>
                    <a:bodyPr/>
                    <a:lstStyle/>
                    <a:p>
                      <a:r>
                        <a:rPr lang="fr-BE" dirty="0"/>
                        <a:t>1 à 31</a:t>
                      </a:r>
                    </a:p>
                  </a:txBody>
                  <a:tcPr/>
                </a:tc>
                <a:extLst>
                  <a:ext uri="{0D108BD9-81ED-4DB2-BD59-A6C34878D82A}">
                    <a16:rowId xmlns:a16="http://schemas.microsoft.com/office/drawing/2014/main" val="3170464256"/>
                  </a:ext>
                </a:extLst>
              </a:tr>
              <a:tr h="370840">
                <a:tc>
                  <a:txBody>
                    <a:bodyPr/>
                    <a:lstStyle/>
                    <a:p>
                      <a:r>
                        <a:rPr lang="fr-BE" dirty="0"/>
                        <a:t>`m`</a:t>
                      </a:r>
                    </a:p>
                  </a:txBody>
                  <a:tcPr/>
                </a:tc>
                <a:tc>
                  <a:txBody>
                    <a:bodyPr/>
                    <a:lstStyle/>
                    <a:p>
                      <a:r>
                        <a:rPr lang="fr-BE" dirty="0"/>
                        <a:t>Mois au format numérique sur deux chiffes</a:t>
                      </a:r>
                    </a:p>
                  </a:txBody>
                  <a:tcPr/>
                </a:tc>
                <a:tc>
                  <a:txBody>
                    <a:bodyPr/>
                    <a:lstStyle/>
                    <a:p>
                      <a:r>
                        <a:rPr lang="fr-BE" dirty="0"/>
                        <a:t>01 à 12</a:t>
                      </a:r>
                    </a:p>
                  </a:txBody>
                  <a:tcPr/>
                </a:tc>
                <a:extLst>
                  <a:ext uri="{0D108BD9-81ED-4DB2-BD59-A6C34878D82A}">
                    <a16:rowId xmlns:a16="http://schemas.microsoft.com/office/drawing/2014/main" val="2866888987"/>
                  </a:ext>
                </a:extLst>
              </a:tr>
              <a:tr h="370840">
                <a:tc>
                  <a:txBody>
                    <a:bodyPr/>
                    <a:lstStyle/>
                    <a:p>
                      <a:r>
                        <a:rPr lang="fr-BE" dirty="0"/>
                        <a:t>`n`</a:t>
                      </a:r>
                    </a:p>
                  </a:txBody>
                  <a:tcPr/>
                </a:tc>
                <a:tc>
                  <a:txBody>
                    <a:bodyPr/>
                    <a:lstStyle/>
                    <a:p>
                      <a:r>
                        <a:rPr lang="fr-BE" dirty="0"/>
                        <a:t>Mois au format numérique sans zéros initiaux</a:t>
                      </a:r>
                    </a:p>
                  </a:txBody>
                  <a:tcPr/>
                </a:tc>
                <a:tc>
                  <a:txBody>
                    <a:bodyPr/>
                    <a:lstStyle/>
                    <a:p>
                      <a:r>
                        <a:rPr lang="fr-BE" dirty="0"/>
                        <a:t>1 à 12</a:t>
                      </a:r>
                    </a:p>
                  </a:txBody>
                  <a:tcPr/>
                </a:tc>
                <a:extLst>
                  <a:ext uri="{0D108BD9-81ED-4DB2-BD59-A6C34878D82A}">
                    <a16:rowId xmlns:a16="http://schemas.microsoft.com/office/drawing/2014/main" val="3143561276"/>
                  </a:ext>
                </a:extLst>
              </a:tr>
              <a:tr h="370840">
                <a:tc>
                  <a:txBody>
                    <a:bodyPr/>
                    <a:lstStyle/>
                    <a:p>
                      <a:r>
                        <a:rPr lang="fr-BE" dirty="0"/>
                        <a:t>`Y`</a:t>
                      </a:r>
                    </a:p>
                  </a:txBody>
                  <a:tcPr/>
                </a:tc>
                <a:tc>
                  <a:txBody>
                    <a:bodyPr/>
                    <a:lstStyle/>
                    <a:p>
                      <a:r>
                        <a:rPr lang="fr-BE" dirty="0"/>
                        <a:t>Année sur quatre chiffres</a:t>
                      </a:r>
                    </a:p>
                  </a:txBody>
                  <a:tcPr/>
                </a:tc>
                <a:tc>
                  <a:txBody>
                    <a:bodyPr/>
                    <a:lstStyle/>
                    <a:p>
                      <a:r>
                        <a:rPr lang="fr-BE" dirty="0"/>
                        <a:t>2025</a:t>
                      </a:r>
                    </a:p>
                  </a:txBody>
                  <a:tcPr/>
                </a:tc>
                <a:extLst>
                  <a:ext uri="{0D108BD9-81ED-4DB2-BD59-A6C34878D82A}">
                    <a16:rowId xmlns:a16="http://schemas.microsoft.com/office/drawing/2014/main" val="4286155941"/>
                  </a:ext>
                </a:extLst>
              </a:tr>
              <a:tr h="370840">
                <a:tc>
                  <a:txBody>
                    <a:bodyPr/>
                    <a:lstStyle/>
                    <a:p>
                      <a:r>
                        <a:rPr lang="fr-BE" dirty="0"/>
                        <a:t>`y`</a:t>
                      </a:r>
                    </a:p>
                  </a:txBody>
                  <a:tcPr/>
                </a:tc>
                <a:tc>
                  <a:txBody>
                    <a:bodyPr/>
                    <a:lstStyle/>
                    <a:p>
                      <a:r>
                        <a:rPr lang="fr-BE" dirty="0"/>
                        <a:t>Année sur deux chiffres</a:t>
                      </a:r>
                    </a:p>
                  </a:txBody>
                  <a:tcPr/>
                </a:tc>
                <a:tc>
                  <a:txBody>
                    <a:bodyPr/>
                    <a:lstStyle/>
                    <a:p>
                      <a:r>
                        <a:rPr lang="fr-BE" dirty="0"/>
                        <a:t>25</a:t>
                      </a:r>
                    </a:p>
                  </a:txBody>
                  <a:tcPr/>
                </a:tc>
                <a:extLst>
                  <a:ext uri="{0D108BD9-81ED-4DB2-BD59-A6C34878D82A}">
                    <a16:rowId xmlns:a16="http://schemas.microsoft.com/office/drawing/2014/main" val="3834235436"/>
                  </a:ext>
                </a:extLst>
              </a:tr>
            </a:tbl>
          </a:graphicData>
        </a:graphic>
      </p:graphicFrame>
      <p:sp>
        <p:nvSpPr>
          <p:cNvPr id="8" name="Espace réservé du texte 7">
            <a:extLst>
              <a:ext uri="{FF2B5EF4-FFF2-40B4-BE49-F238E27FC236}">
                <a16:creationId xmlns:a16="http://schemas.microsoft.com/office/drawing/2014/main" id="{2FDCA49B-FB82-AC04-3010-4BA4131F940E}"/>
              </a:ext>
            </a:extLst>
          </p:cNvPr>
          <p:cNvSpPr>
            <a:spLocks noGrp="1"/>
          </p:cNvSpPr>
          <p:nvPr>
            <p:ph type="body" sz="quarter" idx="3"/>
          </p:nvPr>
        </p:nvSpPr>
        <p:spPr/>
        <p:txBody>
          <a:bodyPr/>
          <a:lstStyle/>
          <a:p>
            <a:pPr algn="ctr"/>
            <a:r>
              <a:rPr lang="fr-BE" dirty="0"/>
              <a:t>Time</a:t>
            </a:r>
          </a:p>
          <a:p>
            <a:pPr algn="ctr"/>
            <a:endParaRPr lang="fr-BE" dirty="0"/>
          </a:p>
        </p:txBody>
      </p:sp>
      <p:graphicFrame>
        <p:nvGraphicFramePr>
          <p:cNvPr id="5" name="Espace réservé du contenu 4">
            <a:extLst>
              <a:ext uri="{FF2B5EF4-FFF2-40B4-BE49-F238E27FC236}">
                <a16:creationId xmlns:a16="http://schemas.microsoft.com/office/drawing/2014/main" id="{B5C1A65D-57D8-A337-7B3E-157CEF8309F7}"/>
              </a:ext>
            </a:extLst>
          </p:cNvPr>
          <p:cNvGraphicFramePr>
            <a:graphicFrameLocks noGrp="1"/>
          </p:cNvGraphicFramePr>
          <p:nvPr>
            <p:ph sz="quarter" idx="4"/>
            <p:extLst>
              <p:ext uri="{D42A27DB-BD31-4B8C-83A1-F6EECF244321}">
                <p14:modId xmlns:p14="http://schemas.microsoft.com/office/powerpoint/2010/main" val="2869940699"/>
              </p:ext>
            </p:extLst>
          </p:nvPr>
        </p:nvGraphicFramePr>
        <p:xfrm>
          <a:off x="6172200" y="2505075"/>
          <a:ext cx="5183187" cy="4211320"/>
        </p:xfrm>
        <a:graphic>
          <a:graphicData uri="http://schemas.openxmlformats.org/drawingml/2006/table">
            <a:tbl>
              <a:tblPr firstRow="1" bandRow="1">
                <a:tableStyleId>{5C22544A-7EE6-4342-B048-85BDC9FD1C3A}</a:tableStyleId>
              </a:tblPr>
              <a:tblGrid>
                <a:gridCol w="898451">
                  <a:extLst>
                    <a:ext uri="{9D8B030D-6E8A-4147-A177-3AD203B41FA5}">
                      <a16:colId xmlns:a16="http://schemas.microsoft.com/office/drawing/2014/main" val="55279154"/>
                    </a:ext>
                  </a:extLst>
                </a:gridCol>
                <a:gridCol w="2251149">
                  <a:extLst>
                    <a:ext uri="{9D8B030D-6E8A-4147-A177-3AD203B41FA5}">
                      <a16:colId xmlns:a16="http://schemas.microsoft.com/office/drawing/2014/main" val="2526110105"/>
                    </a:ext>
                  </a:extLst>
                </a:gridCol>
                <a:gridCol w="2033587">
                  <a:extLst>
                    <a:ext uri="{9D8B030D-6E8A-4147-A177-3AD203B41FA5}">
                      <a16:colId xmlns:a16="http://schemas.microsoft.com/office/drawing/2014/main" val="647125542"/>
                    </a:ext>
                  </a:extLst>
                </a:gridCol>
              </a:tblGrid>
              <a:tr h="370840">
                <a:tc>
                  <a:txBody>
                    <a:bodyPr/>
                    <a:lstStyle/>
                    <a:p>
                      <a:pPr algn="ctr"/>
                      <a:r>
                        <a:rPr lang="fr-BE" dirty="0"/>
                        <a:t>Car.</a:t>
                      </a:r>
                    </a:p>
                  </a:txBody>
                  <a:tcPr/>
                </a:tc>
                <a:tc>
                  <a:txBody>
                    <a:bodyPr/>
                    <a:lstStyle/>
                    <a:p>
                      <a:pPr algn="ctr"/>
                      <a:r>
                        <a:rPr lang="fr-BE" dirty="0"/>
                        <a:t>Description</a:t>
                      </a:r>
                    </a:p>
                  </a:txBody>
                  <a:tcPr/>
                </a:tc>
                <a:tc>
                  <a:txBody>
                    <a:bodyPr/>
                    <a:lstStyle/>
                    <a:p>
                      <a:pPr algn="ctr"/>
                      <a:r>
                        <a:rPr lang="fr-BE" dirty="0"/>
                        <a:t>Exemple</a:t>
                      </a:r>
                    </a:p>
                  </a:txBody>
                  <a:tcPr/>
                </a:tc>
                <a:extLst>
                  <a:ext uri="{0D108BD9-81ED-4DB2-BD59-A6C34878D82A}">
                    <a16:rowId xmlns:a16="http://schemas.microsoft.com/office/drawing/2014/main" val="1043803863"/>
                  </a:ext>
                </a:extLst>
              </a:tr>
              <a:tr h="370840">
                <a:tc>
                  <a:txBody>
                    <a:bodyPr/>
                    <a:lstStyle/>
                    <a:p>
                      <a:r>
                        <a:rPr lang="fr-BE" dirty="0"/>
                        <a:t>`H`</a:t>
                      </a:r>
                    </a:p>
                  </a:txBody>
                  <a:tcPr/>
                </a:tc>
                <a:tc>
                  <a:txBody>
                    <a:bodyPr/>
                    <a:lstStyle/>
                    <a:p>
                      <a:r>
                        <a:rPr lang="fr-BE" dirty="0"/>
                        <a:t>Heure sur 24h</a:t>
                      </a:r>
                    </a:p>
                    <a:p>
                      <a:r>
                        <a:rPr lang="fr-BE" dirty="0"/>
                        <a:t>avec zéros initiaux</a:t>
                      </a:r>
                    </a:p>
                  </a:txBody>
                  <a:tcPr/>
                </a:tc>
                <a:tc>
                  <a:txBody>
                    <a:bodyPr/>
                    <a:lstStyle/>
                    <a:p>
                      <a:r>
                        <a:rPr lang="fr-BE" dirty="0"/>
                        <a:t>00 à 23</a:t>
                      </a:r>
                    </a:p>
                  </a:txBody>
                  <a:tcPr/>
                </a:tc>
                <a:extLst>
                  <a:ext uri="{0D108BD9-81ED-4DB2-BD59-A6C34878D82A}">
                    <a16:rowId xmlns:a16="http://schemas.microsoft.com/office/drawing/2014/main" val="482921862"/>
                  </a:ext>
                </a:extLst>
              </a:tr>
              <a:tr h="370840">
                <a:tc>
                  <a:txBody>
                    <a:bodyPr/>
                    <a:lstStyle/>
                    <a:p>
                      <a:r>
                        <a:rPr lang="fr-BE" dirty="0"/>
                        <a:t>`G`</a:t>
                      </a:r>
                    </a:p>
                  </a:txBody>
                  <a:tcPr/>
                </a:tc>
                <a:tc>
                  <a:txBody>
                    <a:bodyPr/>
                    <a:lstStyle/>
                    <a:p>
                      <a:r>
                        <a:rPr lang="fr-BE" dirty="0"/>
                        <a:t>Heure sur 24h</a:t>
                      </a:r>
                    </a:p>
                    <a:p>
                      <a:r>
                        <a:rPr lang="fr-BE" dirty="0"/>
                        <a:t>sans zéros initiaux</a:t>
                      </a:r>
                    </a:p>
                  </a:txBody>
                  <a:tcPr/>
                </a:tc>
                <a:tc>
                  <a:txBody>
                    <a:bodyPr/>
                    <a:lstStyle/>
                    <a:p>
                      <a:r>
                        <a:rPr lang="fr-BE" dirty="0"/>
                        <a:t>0 à 23</a:t>
                      </a:r>
                    </a:p>
                  </a:txBody>
                  <a:tcPr/>
                </a:tc>
                <a:extLst>
                  <a:ext uri="{0D108BD9-81ED-4DB2-BD59-A6C34878D82A}">
                    <a16:rowId xmlns:a16="http://schemas.microsoft.com/office/drawing/2014/main" val="298189514"/>
                  </a:ext>
                </a:extLst>
              </a:tr>
              <a:tr h="370840">
                <a:tc>
                  <a:txBody>
                    <a:bodyPr/>
                    <a:lstStyle/>
                    <a:p>
                      <a:r>
                        <a:rPr lang="fr-BE" dirty="0"/>
                        <a:t>`i`</a:t>
                      </a:r>
                    </a:p>
                  </a:txBody>
                  <a:tcPr/>
                </a:tc>
                <a:tc>
                  <a:txBody>
                    <a:bodyPr/>
                    <a:lstStyle/>
                    <a:p>
                      <a:r>
                        <a:rPr lang="fr-BE" dirty="0"/>
                        <a:t>Minute</a:t>
                      </a:r>
                    </a:p>
                    <a:p>
                      <a:r>
                        <a:rPr lang="fr-BE" dirty="0"/>
                        <a:t>avec zéros initiaux</a:t>
                      </a:r>
                    </a:p>
                  </a:txBody>
                  <a:tcPr/>
                </a:tc>
                <a:tc>
                  <a:txBody>
                    <a:bodyPr/>
                    <a:lstStyle/>
                    <a:p>
                      <a:r>
                        <a:rPr lang="fr-BE" dirty="0"/>
                        <a:t>00 à 59</a:t>
                      </a:r>
                    </a:p>
                  </a:txBody>
                  <a:tcPr/>
                </a:tc>
                <a:extLst>
                  <a:ext uri="{0D108BD9-81ED-4DB2-BD59-A6C34878D82A}">
                    <a16:rowId xmlns:a16="http://schemas.microsoft.com/office/drawing/2014/main" val="989219842"/>
                  </a:ext>
                </a:extLst>
              </a:tr>
              <a:tr h="370840">
                <a:tc>
                  <a:txBody>
                    <a:bodyPr/>
                    <a:lstStyle/>
                    <a:p>
                      <a:r>
                        <a:rPr lang="fr-BE" dirty="0"/>
                        <a:t>`s`</a:t>
                      </a:r>
                    </a:p>
                  </a:txBody>
                  <a:tcPr>
                    <a:lnB w="12700" cap="flat" cmpd="sng" algn="ctr">
                      <a:solidFill>
                        <a:schemeClr val="tx1"/>
                      </a:solidFill>
                      <a:prstDash val="solid"/>
                      <a:round/>
                      <a:headEnd type="none" w="med" len="med"/>
                      <a:tailEnd type="none" w="med" len="med"/>
                    </a:lnB>
                  </a:tcPr>
                </a:tc>
                <a:tc>
                  <a:txBody>
                    <a:bodyPr/>
                    <a:lstStyle/>
                    <a:p>
                      <a:r>
                        <a:rPr lang="fr-BE" dirty="0"/>
                        <a:t>Seconde</a:t>
                      </a:r>
                    </a:p>
                    <a:p>
                      <a:r>
                        <a:rPr lang="fr-BE" dirty="0"/>
                        <a:t>avec zéros initiaux</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a:t>00 à 59</a:t>
                      </a:r>
                    </a:p>
                    <a:p>
                      <a:endParaRPr lang="fr-BE"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7020424"/>
                  </a:ext>
                </a:extLst>
              </a:tr>
              <a:tr h="370840">
                <a:tc>
                  <a:txBody>
                    <a:bodyPr/>
                    <a:lstStyle/>
                    <a:p>
                      <a:r>
                        <a:rPr lang="fr-BE" dirty="0"/>
                        <a:t>`c` </a:t>
                      </a:r>
                    </a:p>
                  </a:txBody>
                  <a:tcPr>
                    <a:lnT w="12700" cap="flat" cmpd="sng" algn="ctr">
                      <a:solidFill>
                        <a:schemeClr val="tx1"/>
                      </a:solidFill>
                      <a:prstDash val="solid"/>
                      <a:round/>
                      <a:headEnd type="none" w="med" len="med"/>
                      <a:tailEnd type="none" w="med" len="med"/>
                    </a:lnT>
                  </a:tcPr>
                </a:tc>
                <a:tc>
                  <a:txBody>
                    <a:bodyPr/>
                    <a:lstStyle/>
                    <a:p>
                      <a:r>
                        <a:rPr lang="fr-BE" dirty="0"/>
                        <a:t>ISO 8601</a:t>
                      </a:r>
                    </a:p>
                  </a:txBody>
                  <a:tcPr>
                    <a:lnT w="12700" cap="flat" cmpd="sng" algn="ctr">
                      <a:solidFill>
                        <a:schemeClr val="tx1"/>
                      </a:solidFill>
                      <a:prstDash val="solid"/>
                      <a:round/>
                      <a:headEnd type="none" w="med" len="med"/>
                      <a:tailEnd type="none" w="med" len="med"/>
                    </a:lnT>
                  </a:tcPr>
                </a:tc>
                <a:tc>
                  <a:txBody>
                    <a:bodyPr/>
                    <a:lstStyle/>
                    <a:p>
                      <a:r>
                        <a:rPr lang="fr-BE" dirty="0"/>
                        <a:t>2004-02-12</a:t>
                      </a:r>
                    </a:p>
                    <a:p>
                      <a:r>
                        <a:rPr lang="fr-BE" dirty="0"/>
                        <a:t>T15:19:21+01:00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44169775"/>
                  </a:ext>
                </a:extLst>
              </a:tr>
              <a:tr h="370840">
                <a:tc>
                  <a:txBody>
                    <a:bodyPr/>
                    <a:lstStyle/>
                    <a:p>
                      <a:r>
                        <a:rPr lang="fr-BE" dirty="0"/>
                        <a:t>`U`</a:t>
                      </a:r>
                    </a:p>
                  </a:txBody>
                  <a:tcPr/>
                </a:tc>
                <a:tc>
                  <a:txBody>
                    <a:bodyPr/>
                    <a:lstStyle/>
                    <a:p>
                      <a:r>
                        <a:rPr lang="fr-BE" dirty="0"/>
                        <a:t>Timestamp en seconde</a:t>
                      </a:r>
                    </a:p>
                  </a:txBody>
                  <a:tcPr/>
                </a:tc>
                <a:tc>
                  <a:txBody>
                    <a:bodyPr/>
                    <a:lstStyle/>
                    <a:p>
                      <a:endParaRPr lang="fr-BE" dirty="0"/>
                    </a:p>
                  </a:txBody>
                  <a:tcPr/>
                </a:tc>
                <a:extLst>
                  <a:ext uri="{0D108BD9-81ED-4DB2-BD59-A6C34878D82A}">
                    <a16:rowId xmlns:a16="http://schemas.microsoft.com/office/drawing/2014/main" val="2755423829"/>
                  </a:ext>
                </a:extLst>
              </a:tr>
            </a:tbl>
          </a:graphicData>
        </a:graphic>
      </p:graphicFrame>
    </p:spTree>
    <p:extLst>
      <p:ext uri="{BB962C8B-B14F-4D97-AF65-F5344CB8AC3E}">
        <p14:creationId xmlns:p14="http://schemas.microsoft.com/office/powerpoint/2010/main" val="3728773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5E06681F-227C-ECEC-F70D-5FBC78338EF5}"/>
              </a:ext>
            </a:extLst>
          </p:cNvPr>
          <p:cNvSpPr>
            <a:spLocks noGrp="1"/>
          </p:cNvSpPr>
          <p:nvPr>
            <p:ph type="title"/>
          </p:nvPr>
        </p:nvSpPr>
        <p:spPr/>
        <p:txBody>
          <a:bodyPr/>
          <a:lstStyle/>
          <a:p>
            <a:pPr algn="ctr"/>
            <a:r>
              <a:rPr lang="fr-BE" dirty="0"/>
              <a:t>Internationalisation des dates</a:t>
            </a:r>
          </a:p>
        </p:txBody>
      </p:sp>
      <p:sp>
        <p:nvSpPr>
          <p:cNvPr id="8" name="Espace réservé du texte 7">
            <a:extLst>
              <a:ext uri="{FF2B5EF4-FFF2-40B4-BE49-F238E27FC236}">
                <a16:creationId xmlns:a16="http://schemas.microsoft.com/office/drawing/2014/main" id="{9CE31B62-3E0B-217B-E626-C37794612DB1}"/>
              </a:ext>
            </a:extLst>
          </p:cNvPr>
          <p:cNvSpPr>
            <a:spLocks noGrp="1"/>
          </p:cNvSpPr>
          <p:nvPr>
            <p:ph type="body" idx="1"/>
          </p:nvPr>
        </p:nvSpPr>
        <p:spPr/>
        <p:txBody>
          <a:bodyPr/>
          <a:lstStyle/>
          <a:p>
            <a:pPr algn="ctr"/>
            <a:r>
              <a:rPr lang="fr-BE" dirty="0"/>
              <a:t>Convertir vers UTC</a:t>
            </a:r>
          </a:p>
          <a:p>
            <a:pPr algn="ctr"/>
            <a:endParaRPr lang="fr-BE" dirty="0"/>
          </a:p>
        </p:txBody>
      </p:sp>
      <p:pic>
        <p:nvPicPr>
          <p:cNvPr id="15" name="Espace réservé du contenu 14">
            <a:extLst>
              <a:ext uri="{FF2B5EF4-FFF2-40B4-BE49-F238E27FC236}">
                <a16:creationId xmlns:a16="http://schemas.microsoft.com/office/drawing/2014/main" id="{821B19A9-816A-6E37-179F-9E80F47BAB1D}"/>
              </a:ext>
            </a:extLst>
          </p:cNvPr>
          <p:cNvPicPr>
            <a:picLocks noGrp="1" noChangeAspect="1"/>
          </p:cNvPicPr>
          <p:nvPr>
            <p:ph sz="half" idx="2"/>
          </p:nvPr>
        </p:nvPicPr>
        <p:blipFill>
          <a:blip r:embed="rId3"/>
          <a:stretch>
            <a:fillRect/>
          </a:stretch>
        </p:blipFill>
        <p:spPr>
          <a:xfrm>
            <a:off x="839788" y="3562488"/>
            <a:ext cx="5157787" cy="1569761"/>
          </a:xfrm>
          <a:prstGeom prst="rect">
            <a:avLst/>
          </a:prstGeom>
        </p:spPr>
      </p:pic>
      <p:sp>
        <p:nvSpPr>
          <p:cNvPr id="10" name="Espace réservé du texte 9">
            <a:extLst>
              <a:ext uri="{FF2B5EF4-FFF2-40B4-BE49-F238E27FC236}">
                <a16:creationId xmlns:a16="http://schemas.microsoft.com/office/drawing/2014/main" id="{6720AA71-78BD-2664-121C-E55577B71B02}"/>
              </a:ext>
            </a:extLst>
          </p:cNvPr>
          <p:cNvSpPr>
            <a:spLocks noGrp="1"/>
          </p:cNvSpPr>
          <p:nvPr>
            <p:ph type="body" sz="quarter" idx="3"/>
          </p:nvPr>
        </p:nvSpPr>
        <p:spPr/>
        <p:txBody>
          <a:bodyPr/>
          <a:lstStyle/>
          <a:p>
            <a:pPr algn="ctr"/>
            <a:r>
              <a:rPr lang="fr-BE" dirty="0" err="1"/>
              <a:t>Parsing</a:t>
            </a:r>
            <a:r>
              <a:rPr lang="fr-BE" dirty="0"/>
              <a:t> depuis UTC</a:t>
            </a:r>
          </a:p>
          <a:p>
            <a:pPr algn="ctr"/>
            <a:endParaRPr lang="fr-BE" dirty="0"/>
          </a:p>
        </p:txBody>
      </p:sp>
      <p:pic>
        <p:nvPicPr>
          <p:cNvPr id="13" name="Espace réservé du contenu 12" descr="Une image contenant texte, capture d’écran, logiciel, Logiciel multimédia&#10;&#10;Le contenu généré par l’IA peut être incorrect.">
            <a:extLst>
              <a:ext uri="{FF2B5EF4-FFF2-40B4-BE49-F238E27FC236}">
                <a16:creationId xmlns:a16="http://schemas.microsoft.com/office/drawing/2014/main" id="{50AF4F2C-6146-228E-22E8-50B205BD9C38}"/>
              </a:ext>
            </a:extLst>
          </p:cNvPr>
          <p:cNvPicPr>
            <a:picLocks noGrp="1" noChangeAspect="1"/>
          </p:cNvPicPr>
          <p:nvPr>
            <p:ph sz="quarter" idx="4"/>
          </p:nvPr>
        </p:nvPicPr>
        <p:blipFill>
          <a:blip r:embed="rId4"/>
          <a:stretch>
            <a:fillRect/>
          </a:stretch>
        </p:blipFill>
        <p:spPr>
          <a:xfrm>
            <a:off x="6172200" y="3057182"/>
            <a:ext cx="5183188" cy="2580374"/>
          </a:xfrm>
          <a:prstGeom prst="rect">
            <a:avLst/>
          </a:prstGeom>
        </p:spPr>
      </p:pic>
      <p:sp>
        <p:nvSpPr>
          <p:cNvPr id="18" name="Bande diagonale 17">
            <a:extLst>
              <a:ext uri="{FF2B5EF4-FFF2-40B4-BE49-F238E27FC236}">
                <a16:creationId xmlns:a16="http://schemas.microsoft.com/office/drawing/2014/main" id="{8D5F841F-D8D2-BA05-BF2B-8A2FAE781F01}"/>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42183166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3EDC1189-94A8-3030-0DED-A00704E48369}"/>
              </a:ext>
            </a:extLst>
          </p:cNvPr>
          <p:cNvSpPr>
            <a:spLocks noGrp="1"/>
          </p:cNvSpPr>
          <p:nvPr>
            <p:ph type="title"/>
          </p:nvPr>
        </p:nvSpPr>
        <p:spPr/>
        <p:txBody>
          <a:bodyPr/>
          <a:lstStyle/>
          <a:p>
            <a:r>
              <a:rPr lang="fr-BE" dirty="0"/>
              <a:t>Les sessions</a:t>
            </a:r>
          </a:p>
        </p:txBody>
      </p:sp>
      <p:sp>
        <p:nvSpPr>
          <p:cNvPr id="10" name="Espace réservé du texte 9">
            <a:extLst>
              <a:ext uri="{FF2B5EF4-FFF2-40B4-BE49-F238E27FC236}">
                <a16:creationId xmlns:a16="http://schemas.microsoft.com/office/drawing/2014/main" id="{4481D130-A742-0076-9001-472978893CF9}"/>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1505387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552C87F-89A2-59A0-E898-5FCA5C5CC391}"/>
              </a:ext>
            </a:extLst>
          </p:cNvPr>
          <p:cNvSpPr>
            <a:spLocks noGrp="1"/>
          </p:cNvSpPr>
          <p:nvPr>
            <p:ph type="title"/>
          </p:nvPr>
        </p:nvSpPr>
        <p:spPr/>
        <p:txBody>
          <a:bodyPr/>
          <a:lstStyle/>
          <a:p>
            <a:pPr algn="ctr"/>
            <a:r>
              <a:rPr lang="fr-BE" dirty="0"/>
              <a:t>Concept technique préalable:</a:t>
            </a:r>
            <a:br>
              <a:rPr lang="fr-BE" dirty="0"/>
            </a:br>
            <a:r>
              <a:rPr lang="fr-BE" dirty="0"/>
              <a:t>Les cookies</a:t>
            </a:r>
          </a:p>
        </p:txBody>
      </p:sp>
      <p:sp>
        <p:nvSpPr>
          <p:cNvPr id="7" name="Espace réservé du texte 6">
            <a:extLst>
              <a:ext uri="{FF2B5EF4-FFF2-40B4-BE49-F238E27FC236}">
                <a16:creationId xmlns:a16="http://schemas.microsoft.com/office/drawing/2014/main" id="{248F3D61-77A9-4CE8-F23E-20E4A3CA45CD}"/>
              </a:ext>
            </a:extLst>
          </p:cNvPr>
          <p:cNvSpPr>
            <a:spLocks noGrp="1"/>
          </p:cNvSpPr>
          <p:nvPr>
            <p:ph type="body" idx="1"/>
          </p:nvPr>
        </p:nvSpPr>
        <p:spPr/>
        <p:txBody>
          <a:bodyPr/>
          <a:lstStyle/>
          <a:p>
            <a:pPr algn="ctr"/>
            <a:r>
              <a:rPr lang="fr-BE" dirty="0"/>
              <a:t>Principe</a:t>
            </a:r>
          </a:p>
          <a:p>
            <a:pPr algn="ctr"/>
            <a:endParaRPr lang="fr-BE" dirty="0"/>
          </a:p>
        </p:txBody>
      </p:sp>
      <p:sp>
        <p:nvSpPr>
          <p:cNvPr id="5" name="Espace réservé du contenu 4">
            <a:extLst>
              <a:ext uri="{FF2B5EF4-FFF2-40B4-BE49-F238E27FC236}">
                <a16:creationId xmlns:a16="http://schemas.microsoft.com/office/drawing/2014/main" id="{43212AEB-D7CD-73DB-00EF-474E058130EF}"/>
              </a:ext>
            </a:extLst>
          </p:cNvPr>
          <p:cNvSpPr>
            <a:spLocks noGrp="1"/>
          </p:cNvSpPr>
          <p:nvPr>
            <p:ph sz="half" idx="2"/>
          </p:nvPr>
        </p:nvSpPr>
        <p:spPr/>
        <p:txBody>
          <a:bodyPr>
            <a:normAutofit fontScale="62500" lnSpcReduction="20000"/>
          </a:bodyPr>
          <a:lstStyle/>
          <a:p>
            <a:r>
              <a:rPr lang="fr-BE" dirty="0"/>
              <a:t>Les cookies HTTP sont conçus pour stocker de petites quantités d'information côté client (navigateur). </a:t>
            </a:r>
          </a:p>
          <a:p>
            <a:r>
              <a:rPr lang="fr-BE" dirty="0"/>
              <a:t>Les cookies peuvent être créés ou modifiés:</a:t>
            </a:r>
          </a:p>
          <a:p>
            <a:pPr lvl="1"/>
            <a:r>
              <a:rPr lang="fr-BE" dirty="0"/>
              <a:t>Par le serveur, en incluant un en-tête `Set-Cookie` dans la réponse HTTP. </a:t>
            </a:r>
          </a:p>
          <a:p>
            <a:pPr lvl="1"/>
            <a:r>
              <a:rPr lang="fr-BE" dirty="0"/>
              <a:t>Par le client lui-même, à l'aide de JavaScript.</a:t>
            </a:r>
          </a:p>
          <a:p>
            <a:r>
              <a:rPr lang="fr-BE" dirty="0"/>
              <a:t>Lorsqu’un cookie est stocké pour un domaine donné, il est automatiquement envoyé au serveur dans l'en-tête HTTP `Cookie` de chaque requête subséquente à ce domaine.</a:t>
            </a:r>
          </a:p>
          <a:p>
            <a:r>
              <a:rPr lang="fr-BE" dirty="0"/>
              <a:t>Les cookies sont isolés par navigateur.</a:t>
            </a:r>
          </a:p>
          <a:p>
            <a:r>
              <a:rPr lang="fr-BE" dirty="0"/>
              <a:t>Aucune information sensible (mot de passe, email, …) ne doit être conservée dans un cookie.</a:t>
            </a:r>
          </a:p>
          <a:p>
            <a:endParaRPr lang="fr-BE" dirty="0"/>
          </a:p>
        </p:txBody>
      </p:sp>
      <p:sp>
        <p:nvSpPr>
          <p:cNvPr id="8" name="Espace réservé du texte 7">
            <a:extLst>
              <a:ext uri="{FF2B5EF4-FFF2-40B4-BE49-F238E27FC236}">
                <a16:creationId xmlns:a16="http://schemas.microsoft.com/office/drawing/2014/main" id="{591DCE3E-270B-2AB5-9F53-C4245A050489}"/>
              </a:ext>
            </a:extLst>
          </p:cNvPr>
          <p:cNvSpPr>
            <a:spLocks noGrp="1"/>
          </p:cNvSpPr>
          <p:nvPr>
            <p:ph type="body" sz="quarter" idx="3"/>
          </p:nvPr>
        </p:nvSpPr>
        <p:spPr/>
        <p:txBody>
          <a:bodyPr/>
          <a:lstStyle/>
          <a:p>
            <a:pPr algn="ctr"/>
            <a:r>
              <a:rPr lang="fr-BE" dirty="0"/>
              <a:t>Exemples applicatifs</a:t>
            </a:r>
          </a:p>
          <a:p>
            <a:pPr algn="ctr"/>
            <a:endParaRPr lang="fr-BE" dirty="0"/>
          </a:p>
        </p:txBody>
      </p:sp>
      <p:sp>
        <p:nvSpPr>
          <p:cNvPr id="6" name="Espace réservé du contenu 5">
            <a:extLst>
              <a:ext uri="{FF2B5EF4-FFF2-40B4-BE49-F238E27FC236}">
                <a16:creationId xmlns:a16="http://schemas.microsoft.com/office/drawing/2014/main" id="{01002552-72DC-EABC-C2DC-192E86C7C0D8}"/>
              </a:ext>
            </a:extLst>
          </p:cNvPr>
          <p:cNvSpPr>
            <a:spLocks noGrp="1"/>
          </p:cNvSpPr>
          <p:nvPr>
            <p:ph sz="quarter" idx="4"/>
          </p:nvPr>
        </p:nvSpPr>
        <p:spPr/>
        <p:txBody>
          <a:bodyPr>
            <a:normAutofit fontScale="62500" lnSpcReduction="20000"/>
          </a:bodyPr>
          <a:lstStyle/>
          <a:p>
            <a:r>
              <a:rPr lang="fr-BE" dirty="0"/>
              <a:t>Techniques:</a:t>
            </a:r>
          </a:p>
          <a:p>
            <a:pPr lvl="1"/>
            <a:r>
              <a:rPr lang="fr-BE" dirty="0"/>
              <a:t>Gestion de session : association d'un identifiant de session à un utilisateur connecté.</a:t>
            </a:r>
          </a:p>
          <a:p>
            <a:pPr lvl="1"/>
            <a:r>
              <a:rPr lang="fr-BE" dirty="0"/>
              <a:t>Authentification : maintien de l'état connecté après la connexion.</a:t>
            </a:r>
          </a:p>
          <a:p>
            <a:pPr lvl="1"/>
            <a:r>
              <a:rPr lang="fr-BE" dirty="0"/>
              <a:t>Personnalisation de l'interface : langue préférée, préférences d'affichage, etc.</a:t>
            </a:r>
          </a:p>
          <a:p>
            <a:r>
              <a:rPr lang="fr-BE" dirty="0"/>
              <a:t>Marketing:</a:t>
            </a:r>
          </a:p>
          <a:p>
            <a:pPr lvl="1"/>
            <a:r>
              <a:rPr lang="fr-BE" dirty="0"/>
              <a:t>Suivi d'activité utilisateur : navigation sur le site, clics, temps passé.</a:t>
            </a:r>
          </a:p>
          <a:p>
            <a:pPr lvl="1"/>
            <a:r>
              <a:rPr lang="fr-BE" dirty="0"/>
              <a:t>Profilage comportemental : construction d’un profil basé sur les habitudes de navigation.</a:t>
            </a:r>
          </a:p>
          <a:p>
            <a:pPr lvl="1"/>
            <a:r>
              <a:rPr lang="fr-BE" dirty="0"/>
              <a:t>Publicité ciblée : affichage de contenus publicitaires adaptés au profil de l’utilisateur.</a:t>
            </a:r>
          </a:p>
          <a:p>
            <a:endParaRPr lang="fr-BE" dirty="0"/>
          </a:p>
        </p:txBody>
      </p:sp>
    </p:spTree>
    <p:extLst>
      <p:ext uri="{BB962C8B-B14F-4D97-AF65-F5344CB8AC3E}">
        <p14:creationId xmlns:p14="http://schemas.microsoft.com/office/powerpoint/2010/main" val="3283207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6F2F6A-6B25-1BAB-2C89-329308400F54}"/>
              </a:ext>
            </a:extLst>
          </p:cNvPr>
          <p:cNvSpPr>
            <a:spLocks noGrp="1"/>
          </p:cNvSpPr>
          <p:nvPr>
            <p:ph type="title"/>
          </p:nvPr>
        </p:nvSpPr>
        <p:spPr/>
        <p:txBody>
          <a:bodyPr/>
          <a:lstStyle/>
          <a:p>
            <a:pPr algn="ctr"/>
            <a:r>
              <a:rPr lang="fr-BE" dirty="0"/>
              <a:t>Objectif principal des sessions</a:t>
            </a:r>
          </a:p>
        </p:txBody>
      </p:sp>
      <p:sp>
        <p:nvSpPr>
          <p:cNvPr id="4" name="Espace réservé du contenu 3">
            <a:extLst>
              <a:ext uri="{FF2B5EF4-FFF2-40B4-BE49-F238E27FC236}">
                <a16:creationId xmlns:a16="http://schemas.microsoft.com/office/drawing/2014/main" id="{FF9B8279-B9A7-F22E-92FD-114F710C05DE}"/>
              </a:ext>
            </a:extLst>
          </p:cNvPr>
          <p:cNvSpPr>
            <a:spLocks noGrp="1"/>
          </p:cNvSpPr>
          <p:nvPr>
            <p:ph sz="half" idx="1"/>
          </p:nvPr>
        </p:nvSpPr>
        <p:spPr/>
        <p:txBody>
          <a:bodyPr>
            <a:normAutofit fontScale="70000" lnSpcReduction="20000"/>
          </a:bodyPr>
          <a:lstStyle/>
          <a:p>
            <a:r>
              <a:rPr lang="fr-BE" dirty="0"/>
              <a:t>Le protocole HTTP est sans état (</a:t>
            </a:r>
            <a:r>
              <a:rPr lang="fr-BE" dirty="0" err="1"/>
              <a:t>stateless</a:t>
            </a:r>
            <a:r>
              <a:rPr lang="fr-BE" dirty="0"/>
              <a:t>) : chaque requête envoyée au serveur est indépendante et ne conserve aucune mémoire des requêtes précédentes.</a:t>
            </a:r>
          </a:p>
          <a:p>
            <a:r>
              <a:rPr lang="fr-BE" dirty="0"/>
              <a:t>Or, dans une application web, il est souvent nécessaire de conserver des données côté serveur entre plusieurs requêtes HTTP d’un même utilisateur. </a:t>
            </a:r>
          </a:p>
          <a:p>
            <a:r>
              <a:rPr lang="fr-BE" dirty="0"/>
              <a:t>Les sessions répondent précisément à ce besoin: maintenir un état applicatif entre plusieurs pages ou entre plusieurs visites.</a:t>
            </a:r>
          </a:p>
          <a:p>
            <a:r>
              <a:rPr lang="fr-BE" dirty="0"/>
              <a:t>Le sessions ne doivent pas être confondues avec de simples cookies: les données sont stockées uniquement sur le serveur.</a:t>
            </a:r>
          </a:p>
          <a:p>
            <a:r>
              <a:rPr lang="fr-BE" dirty="0"/>
              <a:t>Exemples applicatifs:</a:t>
            </a:r>
          </a:p>
          <a:p>
            <a:pPr lvl="1"/>
            <a:r>
              <a:rPr lang="fr-BE" dirty="0"/>
              <a:t>Connection d’un utilisateur</a:t>
            </a:r>
          </a:p>
          <a:p>
            <a:pPr lvl="1"/>
            <a:r>
              <a:rPr lang="fr-BE" dirty="0"/>
              <a:t>Panier d’achat</a:t>
            </a:r>
          </a:p>
        </p:txBody>
      </p:sp>
      <p:graphicFrame>
        <p:nvGraphicFramePr>
          <p:cNvPr id="14" name="Espace réservé du contenu 13">
            <a:extLst>
              <a:ext uri="{FF2B5EF4-FFF2-40B4-BE49-F238E27FC236}">
                <a16:creationId xmlns:a16="http://schemas.microsoft.com/office/drawing/2014/main" id="{1779C91F-AEF6-117C-88AE-233843343BC7}"/>
              </a:ext>
            </a:extLst>
          </p:cNvPr>
          <p:cNvGraphicFramePr>
            <a:graphicFrameLocks noGrp="1"/>
          </p:cNvGraphicFramePr>
          <p:nvPr>
            <p:ph sz="half" idx="2"/>
            <p:extLst>
              <p:ext uri="{D42A27DB-BD31-4B8C-83A1-F6EECF244321}">
                <p14:modId xmlns:p14="http://schemas.microsoft.com/office/powerpoint/2010/main" val="4132041730"/>
              </p:ext>
            </p:extLst>
          </p:nvPr>
        </p:nvGraphicFramePr>
        <p:xfrm>
          <a:off x="6172200" y="1825625"/>
          <a:ext cx="5181600" cy="276352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310542730"/>
                    </a:ext>
                  </a:extLst>
                </a:gridCol>
                <a:gridCol w="1727200">
                  <a:extLst>
                    <a:ext uri="{9D8B030D-6E8A-4147-A177-3AD203B41FA5}">
                      <a16:colId xmlns:a16="http://schemas.microsoft.com/office/drawing/2014/main" val="747071749"/>
                    </a:ext>
                  </a:extLst>
                </a:gridCol>
                <a:gridCol w="1727200">
                  <a:extLst>
                    <a:ext uri="{9D8B030D-6E8A-4147-A177-3AD203B41FA5}">
                      <a16:colId xmlns:a16="http://schemas.microsoft.com/office/drawing/2014/main" val="873330142"/>
                    </a:ext>
                  </a:extLst>
                </a:gridCol>
              </a:tblGrid>
              <a:tr h="370840">
                <a:tc>
                  <a:txBody>
                    <a:bodyPr/>
                    <a:lstStyle/>
                    <a:p>
                      <a:endParaRPr lang="fr-BE"/>
                    </a:p>
                  </a:txBody>
                  <a:tcPr/>
                </a:tc>
                <a:tc>
                  <a:txBody>
                    <a:bodyPr/>
                    <a:lstStyle/>
                    <a:p>
                      <a:pPr algn="ctr"/>
                      <a:r>
                        <a:rPr lang="fr-BE" dirty="0"/>
                        <a:t>Cookie</a:t>
                      </a:r>
                    </a:p>
                  </a:txBody>
                  <a:tcPr/>
                </a:tc>
                <a:tc>
                  <a:txBody>
                    <a:bodyPr/>
                    <a:lstStyle/>
                    <a:p>
                      <a:pPr algn="ctr"/>
                      <a:r>
                        <a:rPr lang="fr-BE" dirty="0"/>
                        <a:t>Session</a:t>
                      </a:r>
                    </a:p>
                  </a:txBody>
                  <a:tcPr/>
                </a:tc>
                <a:extLst>
                  <a:ext uri="{0D108BD9-81ED-4DB2-BD59-A6C34878D82A}">
                    <a16:rowId xmlns:a16="http://schemas.microsoft.com/office/drawing/2014/main" val="1470811681"/>
                  </a:ext>
                </a:extLst>
              </a:tr>
              <a:tr h="370840">
                <a:tc>
                  <a:txBody>
                    <a:bodyPr/>
                    <a:lstStyle/>
                    <a:p>
                      <a:r>
                        <a:rPr lang="fr-BE" b="1" dirty="0"/>
                        <a:t>Stockage</a:t>
                      </a:r>
                    </a:p>
                  </a:txBody>
                  <a:tcPr/>
                </a:tc>
                <a:tc>
                  <a:txBody>
                    <a:bodyPr/>
                    <a:lstStyle/>
                    <a:p>
                      <a:r>
                        <a:rPr lang="fr-BE" dirty="0"/>
                        <a:t>Client</a:t>
                      </a:r>
                    </a:p>
                  </a:txBody>
                  <a:tcPr/>
                </a:tc>
                <a:tc>
                  <a:txBody>
                    <a:bodyPr/>
                    <a:lstStyle/>
                    <a:p>
                      <a:r>
                        <a:rPr lang="fr-BE" dirty="0"/>
                        <a:t>Serveur</a:t>
                      </a:r>
                    </a:p>
                  </a:txBody>
                  <a:tcPr/>
                </a:tc>
                <a:extLst>
                  <a:ext uri="{0D108BD9-81ED-4DB2-BD59-A6C34878D82A}">
                    <a16:rowId xmlns:a16="http://schemas.microsoft.com/office/drawing/2014/main" val="2059309205"/>
                  </a:ext>
                </a:extLst>
              </a:tr>
              <a:tr h="370840">
                <a:tc>
                  <a:txBody>
                    <a:bodyPr/>
                    <a:lstStyle/>
                    <a:p>
                      <a:r>
                        <a:rPr lang="fr-BE" b="1" dirty="0"/>
                        <a:t>Taille max</a:t>
                      </a:r>
                    </a:p>
                  </a:txBody>
                  <a:tcPr/>
                </a:tc>
                <a:tc>
                  <a:txBody>
                    <a:bodyPr/>
                    <a:lstStyle/>
                    <a:p>
                      <a:r>
                        <a:rPr lang="fr-BE" dirty="0"/>
                        <a:t>Faible</a:t>
                      </a:r>
                    </a:p>
                  </a:txBody>
                  <a:tcPr/>
                </a:tc>
                <a:tc>
                  <a:txBody>
                    <a:bodyPr/>
                    <a:lstStyle/>
                    <a:p>
                      <a:r>
                        <a:rPr lang="fr-BE" dirty="0"/>
                        <a:t>Moyenne</a:t>
                      </a:r>
                    </a:p>
                  </a:txBody>
                  <a:tcPr/>
                </a:tc>
                <a:extLst>
                  <a:ext uri="{0D108BD9-81ED-4DB2-BD59-A6C34878D82A}">
                    <a16:rowId xmlns:a16="http://schemas.microsoft.com/office/drawing/2014/main" val="3297067401"/>
                  </a:ext>
                </a:extLst>
              </a:tr>
              <a:tr h="370840">
                <a:tc>
                  <a:txBody>
                    <a:bodyPr/>
                    <a:lstStyle/>
                    <a:p>
                      <a:r>
                        <a:rPr lang="fr-BE" b="1" dirty="0"/>
                        <a:t>Lisibilité côté client</a:t>
                      </a:r>
                    </a:p>
                  </a:txBody>
                  <a:tcPr/>
                </a:tc>
                <a:tc>
                  <a:txBody>
                    <a:bodyPr/>
                    <a:lstStyle/>
                    <a:p>
                      <a:r>
                        <a:rPr lang="fr-BE" dirty="0"/>
                        <a:t>Oui</a:t>
                      </a:r>
                    </a:p>
                  </a:txBody>
                  <a:tcPr/>
                </a:tc>
                <a:tc>
                  <a:txBody>
                    <a:bodyPr/>
                    <a:lstStyle/>
                    <a:p>
                      <a:r>
                        <a:rPr lang="fr-BE" dirty="0"/>
                        <a:t>Non</a:t>
                      </a:r>
                    </a:p>
                  </a:txBody>
                  <a:tcPr/>
                </a:tc>
                <a:extLst>
                  <a:ext uri="{0D108BD9-81ED-4DB2-BD59-A6C34878D82A}">
                    <a16:rowId xmlns:a16="http://schemas.microsoft.com/office/drawing/2014/main" val="1222829503"/>
                  </a:ext>
                </a:extLst>
              </a:tr>
              <a:tr h="370840">
                <a:tc>
                  <a:txBody>
                    <a:bodyPr/>
                    <a:lstStyle/>
                    <a:p>
                      <a:r>
                        <a:rPr lang="fr-BE" b="1" dirty="0"/>
                        <a:t>Modifiable par l’utilisateur</a:t>
                      </a:r>
                    </a:p>
                  </a:txBody>
                  <a:tcPr/>
                </a:tc>
                <a:tc>
                  <a:txBody>
                    <a:bodyPr/>
                    <a:lstStyle/>
                    <a:p>
                      <a:r>
                        <a:rPr lang="fr-BE" dirty="0"/>
                        <a:t>Oui</a:t>
                      </a:r>
                    </a:p>
                  </a:txBody>
                  <a:tcPr/>
                </a:tc>
                <a:tc>
                  <a:txBody>
                    <a:bodyPr/>
                    <a:lstStyle/>
                    <a:p>
                      <a:r>
                        <a:rPr lang="fr-BE" dirty="0"/>
                        <a:t>Non</a:t>
                      </a:r>
                    </a:p>
                  </a:txBody>
                  <a:tcPr/>
                </a:tc>
                <a:extLst>
                  <a:ext uri="{0D108BD9-81ED-4DB2-BD59-A6C34878D82A}">
                    <a16:rowId xmlns:a16="http://schemas.microsoft.com/office/drawing/2014/main" val="2545509045"/>
                  </a:ext>
                </a:extLst>
              </a:tr>
              <a:tr h="370840">
                <a:tc>
                  <a:txBody>
                    <a:bodyPr/>
                    <a:lstStyle/>
                    <a:p>
                      <a:r>
                        <a:rPr lang="fr-BE" b="1" dirty="0"/>
                        <a:t>Sécurité</a:t>
                      </a:r>
                    </a:p>
                  </a:txBody>
                  <a:tcPr/>
                </a:tc>
                <a:tc>
                  <a:txBody>
                    <a:bodyPr/>
                    <a:lstStyle/>
                    <a:p>
                      <a:r>
                        <a:rPr lang="fr-BE" dirty="0"/>
                        <a:t>Faible</a:t>
                      </a:r>
                    </a:p>
                  </a:txBody>
                  <a:tcPr/>
                </a:tc>
                <a:tc>
                  <a:txBody>
                    <a:bodyPr/>
                    <a:lstStyle/>
                    <a:p>
                      <a:r>
                        <a:rPr lang="fr-BE" dirty="0"/>
                        <a:t>Plus élevée</a:t>
                      </a:r>
                    </a:p>
                  </a:txBody>
                  <a:tcPr/>
                </a:tc>
                <a:extLst>
                  <a:ext uri="{0D108BD9-81ED-4DB2-BD59-A6C34878D82A}">
                    <a16:rowId xmlns:a16="http://schemas.microsoft.com/office/drawing/2014/main" val="2098315382"/>
                  </a:ext>
                </a:extLst>
              </a:tr>
            </a:tbl>
          </a:graphicData>
        </a:graphic>
      </p:graphicFrame>
    </p:spTree>
    <p:extLst>
      <p:ext uri="{BB962C8B-B14F-4D97-AF65-F5344CB8AC3E}">
        <p14:creationId xmlns:p14="http://schemas.microsoft.com/office/powerpoint/2010/main" val="31424984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66439-7336-AD38-4431-B9596FDC66E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6CE353-6BDF-7275-4A97-83190AAFA071}"/>
              </a:ext>
            </a:extLst>
          </p:cNvPr>
          <p:cNvSpPr>
            <a:spLocks noGrp="1"/>
          </p:cNvSpPr>
          <p:nvPr>
            <p:ph type="title"/>
          </p:nvPr>
        </p:nvSpPr>
        <p:spPr/>
        <p:txBody>
          <a:bodyPr/>
          <a:lstStyle/>
          <a:p>
            <a:pPr algn="ctr"/>
            <a:r>
              <a:rPr lang="fr-BE" dirty="0"/>
              <a:t>Principe général des sessions</a:t>
            </a:r>
          </a:p>
        </p:txBody>
      </p:sp>
      <p:sp>
        <p:nvSpPr>
          <p:cNvPr id="7" name="Espace réservé du texte 6">
            <a:extLst>
              <a:ext uri="{FF2B5EF4-FFF2-40B4-BE49-F238E27FC236}">
                <a16:creationId xmlns:a16="http://schemas.microsoft.com/office/drawing/2014/main" id="{93824D34-4D3C-A22E-068A-891779905266}"/>
              </a:ext>
            </a:extLst>
          </p:cNvPr>
          <p:cNvSpPr>
            <a:spLocks noGrp="1"/>
          </p:cNvSpPr>
          <p:nvPr>
            <p:ph type="body" idx="1"/>
          </p:nvPr>
        </p:nvSpPr>
        <p:spPr/>
        <p:txBody>
          <a:bodyPr/>
          <a:lstStyle/>
          <a:p>
            <a:pPr algn="ctr"/>
            <a:r>
              <a:rPr lang="fr-BE" dirty="0"/>
              <a:t>Principe général</a:t>
            </a:r>
          </a:p>
          <a:p>
            <a:pPr algn="ctr"/>
            <a:endParaRPr lang="fr-BE" dirty="0"/>
          </a:p>
        </p:txBody>
      </p:sp>
      <p:sp>
        <p:nvSpPr>
          <p:cNvPr id="4" name="Espace réservé du contenu 3">
            <a:extLst>
              <a:ext uri="{FF2B5EF4-FFF2-40B4-BE49-F238E27FC236}">
                <a16:creationId xmlns:a16="http://schemas.microsoft.com/office/drawing/2014/main" id="{42BC89A2-E1AC-3409-746F-34A1D4B14594}"/>
              </a:ext>
            </a:extLst>
          </p:cNvPr>
          <p:cNvSpPr>
            <a:spLocks noGrp="1"/>
          </p:cNvSpPr>
          <p:nvPr>
            <p:ph sz="half" idx="2"/>
          </p:nvPr>
        </p:nvSpPr>
        <p:spPr/>
        <p:txBody>
          <a:bodyPr>
            <a:normAutofit fontScale="62500" lnSpcReduction="20000"/>
          </a:bodyPr>
          <a:lstStyle/>
          <a:p>
            <a:r>
              <a:rPr lang="fr-BE" dirty="0"/>
              <a:t>Une session repose sur deux éléments fondamentaux :</a:t>
            </a:r>
          </a:p>
          <a:p>
            <a:pPr lvl="1"/>
            <a:r>
              <a:rPr lang="fr-BE" dirty="0"/>
              <a:t>Un identifiant de session unique à forte entropie (SID).</a:t>
            </a:r>
          </a:p>
          <a:p>
            <a:pPr lvl="1"/>
            <a:r>
              <a:rPr lang="fr-BE" dirty="0"/>
              <a:t>Un espace de stockage côté serveur associé à cet identifiant. De base, il s’agit du système de fichiers. Important : le navigateur ne reçoit jamais les données, seulement l’identifiant.</a:t>
            </a:r>
          </a:p>
          <a:p>
            <a:r>
              <a:rPr lang="fr-BE" dirty="0"/>
              <a:t>Schéma simplifié :</a:t>
            </a:r>
          </a:p>
          <a:p>
            <a:pPr lvl="1"/>
            <a:r>
              <a:rPr lang="fr-BE" dirty="0"/>
              <a:t>Le serveur génère un identifiant de session (SID) (ex. : PHPSESSID=abc123).</a:t>
            </a:r>
          </a:p>
          <a:p>
            <a:pPr lvl="1"/>
            <a:r>
              <a:rPr lang="fr-BE" dirty="0"/>
              <a:t>Cet identifiant est transmis au navigateur (généralement via un cookie, mais possible via URL).</a:t>
            </a:r>
          </a:p>
          <a:p>
            <a:pPr lvl="1"/>
            <a:r>
              <a:rPr lang="fr-BE" dirty="0"/>
              <a:t>À chaque requête suivante, le navigateur renvoie cet identifiant.</a:t>
            </a:r>
          </a:p>
          <a:p>
            <a:pPr lvl="1"/>
            <a:r>
              <a:rPr lang="fr-BE" dirty="0"/>
              <a:t>En fonction de cet identifiant, PHP retrouve les données de session correspondantes dans son espace de stockage.</a:t>
            </a:r>
          </a:p>
          <a:p>
            <a:pPr lvl="1"/>
            <a:endParaRPr lang="fr-BE" dirty="0"/>
          </a:p>
        </p:txBody>
      </p:sp>
      <p:sp>
        <p:nvSpPr>
          <p:cNvPr id="8" name="Espace réservé du texte 7">
            <a:extLst>
              <a:ext uri="{FF2B5EF4-FFF2-40B4-BE49-F238E27FC236}">
                <a16:creationId xmlns:a16="http://schemas.microsoft.com/office/drawing/2014/main" id="{0CF2D6B4-8ACC-4FC0-DD2C-95BDCC2E05B6}"/>
              </a:ext>
            </a:extLst>
          </p:cNvPr>
          <p:cNvSpPr>
            <a:spLocks noGrp="1"/>
          </p:cNvSpPr>
          <p:nvPr>
            <p:ph type="body" sz="quarter" idx="3"/>
          </p:nvPr>
        </p:nvSpPr>
        <p:spPr/>
        <p:txBody>
          <a:bodyPr/>
          <a:lstStyle/>
          <a:p>
            <a:pPr algn="ctr"/>
            <a:r>
              <a:rPr lang="fr-BE" dirty="0"/>
              <a:t>Exemple de cookie de SID</a:t>
            </a:r>
          </a:p>
          <a:p>
            <a:pPr algn="ctr"/>
            <a:endParaRPr lang="fr-BE" dirty="0"/>
          </a:p>
        </p:txBody>
      </p:sp>
      <p:sp>
        <p:nvSpPr>
          <p:cNvPr id="3" name="Espace réservé du contenu 2">
            <a:extLst>
              <a:ext uri="{FF2B5EF4-FFF2-40B4-BE49-F238E27FC236}">
                <a16:creationId xmlns:a16="http://schemas.microsoft.com/office/drawing/2014/main" id="{D27AACBB-4583-7396-035C-1FFFF54DDBF1}"/>
              </a:ext>
            </a:extLst>
          </p:cNvPr>
          <p:cNvSpPr>
            <a:spLocks noGrp="1"/>
          </p:cNvSpPr>
          <p:nvPr>
            <p:ph sz="quarter" idx="4"/>
          </p:nvPr>
        </p:nvSpPr>
        <p:spPr/>
        <p:txBody>
          <a:bodyPr>
            <a:normAutofit fontScale="62500" lnSpcReduction="20000"/>
          </a:bodyPr>
          <a:lstStyle/>
          <a:p>
            <a:r>
              <a:rPr lang="fr-BE" dirty="0" err="1"/>
              <a:t>Response</a:t>
            </a:r>
            <a:r>
              <a:rPr lang="fr-BE" dirty="0"/>
              <a:t> HTTP</a:t>
            </a:r>
          </a:p>
          <a:p>
            <a:endParaRPr lang="fr-BE" dirty="0"/>
          </a:p>
          <a:p>
            <a:endParaRPr lang="fr-BE" dirty="0"/>
          </a:p>
          <a:p>
            <a:endParaRPr lang="fr-BE" dirty="0"/>
          </a:p>
          <a:p>
            <a:endParaRPr lang="fr-BE" dirty="0"/>
          </a:p>
          <a:p>
            <a:endParaRPr lang="fr-BE" dirty="0"/>
          </a:p>
          <a:p>
            <a:r>
              <a:rPr lang="fr-BE" dirty="0" err="1"/>
              <a:t>Request</a:t>
            </a:r>
            <a:r>
              <a:rPr lang="fr-BE" dirty="0"/>
              <a:t> HTTP</a:t>
            </a:r>
          </a:p>
          <a:p>
            <a:endParaRPr lang="fr-BE" dirty="0"/>
          </a:p>
          <a:p>
            <a:endParaRPr lang="fr-BE" dirty="0"/>
          </a:p>
        </p:txBody>
      </p:sp>
      <p:pic>
        <p:nvPicPr>
          <p:cNvPr id="6" name="Image 5" descr="Une image contenant texte, capture d’écran, Police&#10;&#10;Le contenu généré par l’IA peut être incorrect.">
            <a:extLst>
              <a:ext uri="{FF2B5EF4-FFF2-40B4-BE49-F238E27FC236}">
                <a16:creationId xmlns:a16="http://schemas.microsoft.com/office/drawing/2014/main" id="{0DE4C7E3-F9A7-0BB5-3A2D-6C28FCBEF200}"/>
              </a:ext>
            </a:extLst>
          </p:cNvPr>
          <p:cNvPicPr>
            <a:picLocks noChangeAspect="1"/>
          </p:cNvPicPr>
          <p:nvPr/>
        </p:nvPicPr>
        <p:blipFill>
          <a:blip r:embed="rId2"/>
          <a:stretch>
            <a:fillRect/>
          </a:stretch>
        </p:blipFill>
        <p:spPr>
          <a:xfrm>
            <a:off x="6477000" y="2931451"/>
            <a:ext cx="5396326" cy="776021"/>
          </a:xfrm>
          <a:prstGeom prst="rect">
            <a:avLst/>
          </a:prstGeom>
        </p:spPr>
      </p:pic>
      <p:pic>
        <p:nvPicPr>
          <p:cNvPr id="13" name="Image 12">
            <a:extLst>
              <a:ext uri="{FF2B5EF4-FFF2-40B4-BE49-F238E27FC236}">
                <a16:creationId xmlns:a16="http://schemas.microsoft.com/office/drawing/2014/main" id="{9D75BFC1-5BFC-EFE1-5EA7-FFB2E627C580}"/>
              </a:ext>
            </a:extLst>
          </p:cNvPr>
          <p:cNvPicPr>
            <a:picLocks noChangeAspect="1"/>
          </p:cNvPicPr>
          <p:nvPr/>
        </p:nvPicPr>
        <p:blipFill>
          <a:blip r:embed="rId3"/>
          <a:stretch>
            <a:fillRect/>
          </a:stretch>
        </p:blipFill>
        <p:spPr>
          <a:xfrm>
            <a:off x="6477000" y="4935535"/>
            <a:ext cx="5396326" cy="652781"/>
          </a:xfrm>
          <a:prstGeom prst="rect">
            <a:avLst/>
          </a:prstGeom>
        </p:spPr>
      </p:pic>
    </p:spTree>
    <p:extLst>
      <p:ext uri="{BB962C8B-B14F-4D97-AF65-F5344CB8AC3E}">
        <p14:creationId xmlns:p14="http://schemas.microsoft.com/office/powerpoint/2010/main" val="8245524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0F0821-983F-F003-28D7-5DE3AD4039ED}"/>
              </a:ext>
            </a:extLst>
          </p:cNvPr>
          <p:cNvSpPr>
            <a:spLocks noGrp="1"/>
          </p:cNvSpPr>
          <p:nvPr>
            <p:ph type="title"/>
          </p:nvPr>
        </p:nvSpPr>
        <p:spPr/>
        <p:txBody>
          <a:bodyPr/>
          <a:lstStyle/>
          <a:p>
            <a:pPr algn="ctr"/>
            <a:r>
              <a:rPr lang="fr-BE" dirty="0"/>
              <a:t>Sécurité des sessions</a:t>
            </a:r>
          </a:p>
        </p:txBody>
      </p:sp>
      <p:sp>
        <p:nvSpPr>
          <p:cNvPr id="3" name="Espace réservé du contenu 2">
            <a:extLst>
              <a:ext uri="{FF2B5EF4-FFF2-40B4-BE49-F238E27FC236}">
                <a16:creationId xmlns:a16="http://schemas.microsoft.com/office/drawing/2014/main" id="{2153AEB7-532A-8EB8-EB86-47592B2E28FA}"/>
              </a:ext>
            </a:extLst>
          </p:cNvPr>
          <p:cNvSpPr>
            <a:spLocks noGrp="1"/>
          </p:cNvSpPr>
          <p:nvPr>
            <p:ph sz="half" idx="1"/>
          </p:nvPr>
        </p:nvSpPr>
        <p:spPr/>
        <p:txBody>
          <a:bodyPr>
            <a:normAutofit fontScale="62500" lnSpcReduction="20000"/>
          </a:bodyPr>
          <a:lstStyle/>
          <a:p>
            <a:r>
              <a:rPr lang="fr-BE" dirty="0"/>
              <a:t>Les sessions et plus particulièrement le SID sont un point critique en sécurité.</a:t>
            </a:r>
          </a:p>
          <a:p>
            <a:r>
              <a:rPr lang="fr-BE" dirty="0"/>
              <a:t>Principaux risques:</a:t>
            </a:r>
          </a:p>
          <a:p>
            <a:pPr lvl="1"/>
            <a:r>
              <a:rPr lang="fr-BE" dirty="0"/>
              <a:t>Vol d’identifiant de session (session </a:t>
            </a:r>
            <a:r>
              <a:rPr lang="fr-BE" dirty="0" err="1"/>
              <a:t>hijacking</a:t>
            </a:r>
            <a:r>
              <a:rPr lang="fr-BE" dirty="0"/>
              <a:t>)</a:t>
            </a:r>
          </a:p>
          <a:p>
            <a:pPr lvl="1"/>
            <a:r>
              <a:rPr lang="fr-BE" dirty="0"/>
              <a:t>Fixation de session (session fixation)</a:t>
            </a:r>
          </a:p>
          <a:p>
            <a:pPr lvl="1"/>
            <a:r>
              <a:rPr lang="fr-BE" dirty="0"/>
              <a:t>XSS permettant de lire le cookie</a:t>
            </a:r>
          </a:p>
          <a:p>
            <a:r>
              <a:rPr lang="fr-BE" dirty="0"/>
              <a:t>Bonnes pratiques:</a:t>
            </a:r>
          </a:p>
          <a:p>
            <a:pPr lvl="1"/>
            <a:r>
              <a:rPr lang="fr-BE" dirty="0"/>
              <a:t>Transport du SID par cookie et non par URL.</a:t>
            </a:r>
          </a:p>
          <a:p>
            <a:pPr lvl="1"/>
            <a:r>
              <a:rPr lang="fr-BE" dirty="0"/>
              <a:t>Sécurisation du cookie de SID (Secure, </a:t>
            </a:r>
            <a:r>
              <a:rPr lang="fr-BE" dirty="0" err="1"/>
              <a:t>HttpOnly</a:t>
            </a:r>
            <a:r>
              <a:rPr lang="fr-BE" dirty="0"/>
              <a:t>, </a:t>
            </a:r>
            <a:r>
              <a:rPr lang="fr-BE" dirty="0" err="1"/>
              <a:t>SameSite</a:t>
            </a:r>
            <a:r>
              <a:rPr lang="fr-BE" dirty="0"/>
              <a:t>).</a:t>
            </a:r>
          </a:p>
          <a:p>
            <a:pPr lvl="1"/>
            <a:r>
              <a:rPr lang="fr-BE" dirty="0"/>
              <a:t>Régénération du SID après login.</a:t>
            </a:r>
          </a:p>
          <a:p>
            <a:pPr lvl="1"/>
            <a:r>
              <a:rPr lang="fr-BE" dirty="0"/>
              <a:t>Destruction de la session après </a:t>
            </a:r>
            <a:r>
              <a:rPr lang="fr-BE" dirty="0" err="1"/>
              <a:t>logout</a:t>
            </a:r>
            <a:r>
              <a:rPr lang="fr-BE" dirty="0"/>
              <a:t>.</a:t>
            </a:r>
          </a:p>
          <a:p>
            <a:pPr lvl="1"/>
            <a:r>
              <a:rPr lang="fr-BE" dirty="0"/>
              <a:t>Limite de durée de vie de la session. </a:t>
            </a:r>
          </a:p>
          <a:p>
            <a:r>
              <a:rPr lang="fr-BE" dirty="0"/>
              <a:t>La configuration se fait normalement dans les directives du php.ini.</a:t>
            </a:r>
          </a:p>
          <a:p>
            <a:r>
              <a:rPr lang="fr-BE" dirty="0"/>
              <a:t>Ressources:</a:t>
            </a:r>
            <a:endParaRPr lang="fr-BE" dirty="0">
              <a:hlinkClick r:id="rId2"/>
            </a:endParaRPr>
          </a:p>
          <a:p>
            <a:pPr lvl="1"/>
            <a:r>
              <a:rPr lang="fr-BE" dirty="0">
                <a:hlinkClick r:id="rId3"/>
              </a:rPr>
              <a:t>PHP doc: sécurité des sessions</a:t>
            </a:r>
            <a:endParaRPr lang="fr-BE" dirty="0"/>
          </a:p>
          <a:p>
            <a:pPr lvl="1"/>
            <a:r>
              <a:rPr lang="fr-BE" dirty="0">
                <a:hlinkClick r:id="rId2"/>
              </a:rPr>
              <a:t>PHP doc: directives de session</a:t>
            </a:r>
            <a:endParaRPr lang="fr-BE" dirty="0"/>
          </a:p>
          <a:p>
            <a:pPr lvl="1"/>
            <a:endParaRPr lang="fr-BE" dirty="0"/>
          </a:p>
        </p:txBody>
      </p:sp>
      <p:graphicFrame>
        <p:nvGraphicFramePr>
          <p:cNvPr id="5" name="Espace réservé du contenu 4">
            <a:extLst>
              <a:ext uri="{FF2B5EF4-FFF2-40B4-BE49-F238E27FC236}">
                <a16:creationId xmlns:a16="http://schemas.microsoft.com/office/drawing/2014/main" id="{7DE718BD-3D42-5B9F-1A97-48C16880785A}"/>
              </a:ext>
            </a:extLst>
          </p:cNvPr>
          <p:cNvGraphicFramePr>
            <a:graphicFrameLocks noGrp="1"/>
          </p:cNvGraphicFramePr>
          <p:nvPr>
            <p:ph sz="half" idx="2"/>
            <p:extLst>
              <p:ext uri="{D42A27DB-BD31-4B8C-83A1-F6EECF244321}">
                <p14:modId xmlns:p14="http://schemas.microsoft.com/office/powerpoint/2010/main" val="1470110058"/>
              </p:ext>
            </p:extLst>
          </p:nvPr>
        </p:nvGraphicFramePr>
        <p:xfrm>
          <a:off x="6172200" y="1825625"/>
          <a:ext cx="5181600" cy="4663440"/>
        </p:xfrm>
        <a:graphic>
          <a:graphicData uri="http://schemas.openxmlformats.org/drawingml/2006/table">
            <a:tbl>
              <a:tblPr firstRow="1" bandRow="1">
                <a:tableStyleId>{5C22544A-7EE6-4342-B048-85BDC9FD1C3A}</a:tableStyleId>
              </a:tblPr>
              <a:tblGrid>
                <a:gridCol w="2007296">
                  <a:extLst>
                    <a:ext uri="{9D8B030D-6E8A-4147-A177-3AD203B41FA5}">
                      <a16:colId xmlns:a16="http://schemas.microsoft.com/office/drawing/2014/main" val="2921572588"/>
                    </a:ext>
                  </a:extLst>
                </a:gridCol>
                <a:gridCol w="2141951">
                  <a:extLst>
                    <a:ext uri="{9D8B030D-6E8A-4147-A177-3AD203B41FA5}">
                      <a16:colId xmlns:a16="http://schemas.microsoft.com/office/drawing/2014/main" val="3350320197"/>
                    </a:ext>
                  </a:extLst>
                </a:gridCol>
                <a:gridCol w="1032353">
                  <a:extLst>
                    <a:ext uri="{9D8B030D-6E8A-4147-A177-3AD203B41FA5}">
                      <a16:colId xmlns:a16="http://schemas.microsoft.com/office/drawing/2014/main" val="812086801"/>
                    </a:ext>
                  </a:extLst>
                </a:gridCol>
              </a:tblGrid>
              <a:tr h="257057">
                <a:tc>
                  <a:txBody>
                    <a:bodyPr/>
                    <a:lstStyle/>
                    <a:p>
                      <a:pPr algn="ctr"/>
                      <a:r>
                        <a:rPr lang="fr-BE" dirty="0"/>
                        <a:t>Directive</a:t>
                      </a:r>
                    </a:p>
                  </a:txBody>
                  <a:tcPr/>
                </a:tc>
                <a:tc>
                  <a:txBody>
                    <a:bodyPr/>
                    <a:lstStyle/>
                    <a:p>
                      <a:pPr algn="ctr"/>
                      <a:r>
                        <a:rPr lang="fr-BE" dirty="0"/>
                        <a:t>Description</a:t>
                      </a:r>
                    </a:p>
                  </a:txBody>
                  <a:tcPr/>
                </a:tc>
                <a:tc>
                  <a:txBody>
                    <a:bodyPr/>
                    <a:lstStyle/>
                    <a:p>
                      <a:pPr algn="ctr"/>
                      <a:r>
                        <a:rPr lang="fr-BE" dirty="0"/>
                        <a:t>Valeur recommandée</a:t>
                      </a:r>
                    </a:p>
                  </a:txBody>
                  <a:tcPr/>
                </a:tc>
                <a:extLst>
                  <a:ext uri="{0D108BD9-81ED-4DB2-BD59-A6C34878D82A}">
                    <a16:rowId xmlns:a16="http://schemas.microsoft.com/office/drawing/2014/main" val="1264868281"/>
                  </a:ext>
                </a:extLst>
              </a:tr>
              <a:tr h="370840">
                <a:tc>
                  <a:txBody>
                    <a:bodyPr/>
                    <a:lstStyle/>
                    <a:p>
                      <a:r>
                        <a:rPr lang="fr-BE" dirty="0"/>
                        <a:t>session.</a:t>
                      </a:r>
                    </a:p>
                    <a:p>
                      <a:r>
                        <a:rPr lang="fr-BE" dirty="0" err="1"/>
                        <a:t>use_strict_mode</a:t>
                      </a:r>
                      <a:endParaRPr lang="fr-BE" dirty="0"/>
                    </a:p>
                  </a:txBody>
                  <a:tcPr/>
                </a:tc>
                <a:tc>
                  <a:txBody>
                    <a:bodyPr/>
                    <a:lstStyle/>
                    <a:p>
                      <a:r>
                        <a:rPr lang="fr-BE" dirty="0"/>
                        <a:t>Contrôle du SID transmis par le client</a:t>
                      </a:r>
                    </a:p>
                  </a:txBody>
                  <a:tcPr/>
                </a:tc>
                <a:tc>
                  <a:txBody>
                    <a:bodyPr/>
                    <a:lstStyle/>
                    <a:p>
                      <a:r>
                        <a:rPr lang="fr-BE" dirty="0"/>
                        <a:t>On</a:t>
                      </a:r>
                    </a:p>
                  </a:txBody>
                  <a:tcPr/>
                </a:tc>
                <a:extLst>
                  <a:ext uri="{0D108BD9-81ED-4DB2-BD59-A6C34878D82A}">
                    <a16:rowId xmlns:a16="http://schemas.microsoft.com/office/drawing/2014/main" val="2094820640"/>
                  </a:ext>
                </a:extLst>
              </a:tr>
              <a:tr h="370840">
                <a:tc>
                  <a:txBody>
                    <a:bodyPr/>
                    <a:lstStyle/>
                    <a:p>
                      <a:r>
                        <a:rPr lang="fr-BE" dirty="0"/>
                        <a:t>session.</a:t>
                      </a:r>
                    </a:p>
                    <a:p>
                      <a:r>
                        <a:rPr lang="fr-BE" dirty="0" err="1"/>
                        <a:t>use_only_cookies</a:t>
                      </a:r>
                      <a:endParaRPr lang="fr-BE" dirty="0"/>
                    </a:p>
                  </a:txBody>
                  <a:tcPr/>
                </a:tc>
                <a:tc>
                  <a:txBody>
                    <a:bodyPr/>
                    <a:lstStyle/>
                    <a:p>
                      <a:r>
                        <a:rPr lang="fr-BE" dirty="0"/>
                        <a:t>SID jamais via URL</a:t>
                      </a:r>
                    </a:p>
                  </a:txBody>
                  <a:tcPr/>
                </a:tc>
                <a:tc>
                  <a:txBody>
                    <a:bodyPr/>
                    <a:lstStyle/>
                    <a:p>
                      <a:r>
                        <a:rPr lang="fr-BE" dirty="0"/>
                        <a:t>On</a:t>
                      </a:r>
                    </a:p>
                  </a:txBody>
                  <a:tcPr/>
                </a:tc>
                <a:extLst>
                  <a:ext uri="{0D108BD9-81ED-4DB2-BD59-A6C34878D82A}">
                    <a16:rowId xmlns:a16="http://schemas.microsoft.com/office/drawing/2014/main" val="213378424"/>
                  </a:ext>
                </a:extLst>
              </a:tr>
              <a:tr h="370840">
                <a:tc>
                  <a:txBody>
                    <a:bodyPr/>
                    <a:lstStyle/>
                    <a:p>
                      <a:r>
                        <a:rPr lang="fr-BE" dirty="0"/>
                        <a:t>session.</a:t>
                      </a:r>
                    </a:p>
                    <a:p>
                      <a:r>
                        <a:rPr lang="fr-BE" dirty="0" err="1"/>
                        <a:t>cookie_httponly</a:t>
                      </a:r>
                      <a:endParaRPr lang="fr-BE" dirty="0"/>
                    </a:p>
                  </a:txBody>
                  <a:tcPr/>
                </a:tc>
                <a:tc>
                  <a:txBody>
                    <a:bodyPr/>
                    <a:lstStyle/>
                    <a:p>
                      <a:r>
                        <a:rPr lang="fr-BE" dirty="0"/>
                        <a:t>Interdiction d’accès du cookie depuis JavaScript</a:t>
                      </a:r>
                    </a:p>
                  </a:txBody>
                  <a:tcPr/>
                </a:tc>
                <a:tc>
                  <a:txBody>
                    <a:bodyPr/>
                    <a:lstStyle/>
                    <a:p>
                      <a:r>
                        <a:rPr lang="fr-BE" dirty="0"/>
                        <a:t>On</a:t>
                      </a:r>
                    </a:p>
                  </a:txBody>
                  <a:tcPr/>
                </a:tc>
                <a:extLst>
                  <a:ext uri="{0D108BD9-81ED-4DB2-BD59-A6C34878D82A}">
                    <a16:rowId xmlns:a16="http://schemas.microsoft.com/office/drawing/2014/main" val="4196201471"/>
                  </a:ext>
                </a:extLst>
              </a:tr>
              <a:tr h="370840">
                <a:tc>
                  <a:txBody>
                    <a:bodyPr/>
                    <a:lstStyle/>
                    <a:p>
                      <a:r>
                        <a:rPr lang="fr-BE" dirty="0"/>
                        <a:t>session.</a:t>
                      </a:r>
                    </a:p>
                    <a:p>
                      <a:r>
                        <a:rPr lang="fr-BE" dirty="0" err="1"/>
                        <a:t>cookie_secure</a:t>
                      </a:r>
                      <a:endParaRPr lang="fr-BE" dirty="0"/>
                    </a:p>
                  </a:txBody>
                  <a:tcPr/>
                </a:tc>
                <a:tc>
                  <a:txBody>
                    <a:bodyPr/>
                    <a:lstStyle/>
                    <a:p>
                      <a:r>
                        <a:rPr lang="fr-BE" dirty="0"/>
                        <a:t>Seulement HTTPS</a:t>
                      </a:r>
                    </a:p>
                  </a:txBody>
                  <a:tcPr/>
                </a:tc>
                <a:tc>
                  <a:txBody>
                    <a:bodyPr/>
                    <a:lstStyle/>
                    <a:p>
                      <a:r>
                        <a:rPr lang="fr-BE" dirty="0"/>
                        <a:t>On</a:t>
                      </a:r>
                    </a:p>
                  </a:txBody>
                  <a:tcPr/>
                </a:tc>
                <a:extLst>
                  <a:ext uri="{0D108BD9-81ED-4DB2-BD59-A6C34878D82A}">
                    <a16:rowId xmlns:a16="http://schemas.microsoft.com/office/drawing/2014/main" val="3665115841"/>
                  </a:ext>
                </a:extLst>
              </a:tr>
              <a:tr h="370840">
                <a:tc>
                  <a:txBody>
                    <a:bodyPr/>
                    <a:lstStyle/>
                    <a:p>
                      <a:r>
                        <a:rPr lang="fr-BE" dirty="0"/>
                        <a:t>session.</a:t>
                      </a:r>
                    </a:p>
                    <a:p>
                      <a:r>
                        <a:rPr lang="fr-BE" dirty="0" err="1"/>
                        <a:t>cookie_samesite</a:t>
                      </a:r>
                      <a:endParaRPr lang="fr-BE" dirty="0"/>
                    </a:p>
                  </a:txBody>
                  <a:tcPr/>
                </a:tc>
                <a:tc>
                  <a:txBody>
                    <a:bodyPr/>
                    <a:lstStyle/>
                    <a:p>
                      <a:r>
                        <a:rPr lang="fr-BE" dirty="0"/>
                        <a:t>Contrôle d’origine d’envoi du cookie</a:t>
                      </a:r>
                    </a:p>
                  </a:txBody>
                  <a:tcPr/>
                </a:tc>
                <a:tc>
                  <a:txBody>
                    <a:bodyPr/>
                    <a:lstStyle/>
                    <a:p>
                      <a:r>
                        <a:rPr lang="fr-BE" dirty="0" err="1"/>
                        <a:t>Lax</a:t>
                      </a:r>
                      <a:endParaRPr lang="fr-BE" dirty="0"/>
                    </a:p>
                  </a:txBody>
                  <a:tcPr/>
                </a:tc>
                <a:extLst>
                  <a:ext uri="{0D108BD9-81ED-4DB2-BD59-A6C34878D82A}">
                    <a16:rowId xmlns:a16="http://schemas.microsoft.com/office/drawing/2014/main" val="3459248062"/>
                  </a:ext>
                </a:extLst>
              </a:tr>
            </a:tbl>
          </a:graphicData>
        </a:graphic>
      </p:graphicFrame>
    </p:spTree>
    <p:extLst>
      <p:ext uri="{BB962C8B-B14F-4D97-AF65-F5344CB8AC3E}">
        <p14:creationId xmlns:p14="http://schemas.microsoft.com/office/powerpoint/2010/main" val="19404019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87B134ED-D0C3-4A2F-1EDA-C95F5C8E9D3A}"/>
              </a:ext>
            </a:extLst>
          </p:cNvPr>
          <p:cNvSpPr>
            <a:spLocks noGrp="1"/>
          </p:cNvSpPr>
          <p:nvPr>
            <p:ph type="title"/>
          </p:nvPr>
        </p:nvSpPr>
        <p:spPr/>
        <p:txBody>
          <a:bodyPr/>
          <a:lstStyle/>
          <a:p>
            <a:pPr algn="ctr"/>
            <a:r>
              <a:rPr lang="fr-BE" dirty="0"/>
              <a:t>Configuration de base</a:t>
            </a:r>
          </a:p>
        </p:txBody>
      </p:sp>
      <p:graphicFrame>
        <p:nvGraphicFramePr>
          <p:cNvPr id="5" name="Espace réservé du contenu 4">
            <a:extLst>
              <a:ext uri="{FF2B5EF4-FFF2-40B4-BE49-F238E27FC236}">
                <a16:creationId xmlns:a16="http://schemas.microsoft.com/office/drawing/2014/main" id="{E9A8B28C-CB02-F0E5-4768-915D508D5D43}"/>
              </a:ext>
            </a:extLst>
          </p:cNvPr>
          <p:cNvGraphicFramePr>
            <a:graphicFrameLocks noGrp="1"/>
          </p:cNvGraphicFramePr>
          <p:nvPr>
            <p:ph idx="1"/>
            <p:extLst>
              <p:ext uri="{D42A27DB-BD31-4B8C-83A1-F6EECF244321}">
                <p14:modId xmlns:p14="http://schemas.microsoft.com/office/powerpoint/2010/main" val="2071624701"/>
              </p:ext>
            </p:extLst>
          </p:nvPr>
        </p:nvGraphicFramePr>
        <p:xfrm>
          <a:off x="838200" y="1825625"/>
          <a:ext cx="10515600" cy="320040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667568490"/>
                    </a:ext>
                  </a:extLst>
                </a:gridCol>
                <a:gridCol w="3390900">
                  <a:extLst>
                    <a:ext uri="{9D8B030D-6E8A-4147-A177-3AD203B41FA5}">
                      <a16:colId xmlns:a16="http://schemas.microsoft.com/office/drawing/2014/main" val="3393499252"/>
                    </a:ext>
                  </a:extLst>
                </a:gridCol>
                <a:gridCol w="3759200">
                  <a:extLst>
                    <a:ext uri="{9D8B030D-6E8A-4147-A177-3AD203B41FA5}">
                      <a16:colId xmlns:a16="http://schemas.microsoft.com/office/drawing/2014/main" val="2413023067"/>
                    </a:ext>
                  </a:extLst>
                </a:gridCol>
                <a:gridCol w="1384300">
                  <a:extLst>
                    <a:ext uri="{9D8B030D-6E8A-4147-A177-3AD203B41FA5}">
                      <a16:colId xmlns:a16="http://schemas.microsoft.com/office/drawing/2014/main" val="4206410572"/>
                    </a:ext>
                  </a:extLst>
                </a:gridCol>
              </a:tblGrid>
              <a:tr h="370840">
                <a:tc>
                  <a:txBody>
                    <a:bodyPr/>
                    <a:lstStyle/>
                    <a:p>
                      <a:r>
                        <a:rPr lang="fr-BE" dirty="0"/>
                        <a:t>Directive</a:t>
                      </a:r>
                    </a:p>
                  </a:txBody>
                  <a:tcPr/>
                </a:tc>
                <a:tc>
                  <a:txBody>
                    <a:bodyPr/>
                    <a:lstStyle/>
                    <a:p>
                      <a:r>
                        <a:rPr lang="fr-BE" dirty="0"/>
                        <a:t>Description</a:t>
                      </a:r>
                    </a:p>
                  </a:txBody>
                  <a:tcPr/>
                </a:tc>
                <a:tc>
                  <a:txBody>
                    <a:bodyPr/>
                    <a:lstStyle/>
                    <a:p>
                      <a:r>
                        <a:rPr lang="fr-BE" dirty="0"/>
                        <a:t>Fonction d’accès</a:t>
                      </a:r>
                    </a:p>
                  </a:txBody>
                  <a:tcPr/>
                </a:tc>
                <a:tc>
                  <a:txBody>
                    <a:bodyPr/>
                    <a:lstStyle/>
                    <a:p>
                      <a:r>
                        <a:rPr lang="fr-BE" dirty="0"/>
                        <a:t>Valeur par défaut</a:t>
                      </a:r>
                    </a:p>
                  </a:txBody>
                  <a:tcPr/>
                </a:tc>
                <a:extLst>
                  <a:ext uri="{0D108BD9-81ED-4DB2-BD59-A6C34878D82A}">
                    <a16:rowId xmlns:a16="http://schemas.microsoft.com/office/drawing/2014/main" val="3756828802"/>
                  </a:ext>
                </a:extLst>
              </a:tr>
              <a:tr h="370840">
                <a:tc>
                  <a:txBody>
                    <a:bodyPr/>
                    <a:lstStyle/>
                    <a:p>
                      <a:r>
                        <a:rPr lang="fr-BE" dirty="0"/>
                        <a:t>session.</a:t>
                      </a:r>
                    </a:p>
                    <a:p>
                      <a:r>
                        <a:rPr lang="fr-BE" dirty="0" err="1"/>
                        <a:t>name</a:t>
                      </a:r>
                      <a:endParaRPr lang="fr-BE" dirty="0"/>
                    </a:p>
                  </a:txBody>
                  <a:tcPr/>
                </a:tc>
                <a:tc>
                  <a:txBody>
                    <a:bodyPr/>
                    <a:lstStyle/>
                    <a:p>
                      <a:r>
                        <a:rPr lang="fr-BE" dirty="0"/>
                        <a:t>Nom du cookie de SID.</a:t>
                      </a:r>
                    </a:p>
                  </a:txBody>
                  <a:tcPr/>
                </a:tc>
                <a:tc>
                  <a:txBody>
                    <a:bodyPr/>
                    <a:lstStyle/>
                    <a:p>
                      <a:r>
                        <a:rPr lang="fr-BE" dirty="0" err="1"/>
                        <a:t>session_name</a:t>
                      </a:r>
                      <a:r>
                        <a:rPr lang="fr-BE" dirty="0"/>
                        <a:t>()</a:t>
                      </a:r>
                    </a:p>
                  </a:txBody>
                  <a:tcPr/>
                </a:tc>
                <a:tc>
                  <a:txBody>
                    <a:bodyPr/>
                    <a:lstStyle/>
                    <a:p>
                      <a:r>
                        <a:rPr lang="fr-BE" dirty="0"/>
                        <a:t>PHPSESSID</a:t>
                      </a:r>
                    </a:p>
                  </a:txBody>
                  <a:tcPr/>
                </a:tc>
                <a:extLst>
                  <a:ext uri="{0D108BD9-81ED-4DB2-BD59-A6C34878D82A}">
                    <a16:rowId xmlns:a16="http://schemas.microsoft.com/office/drawing/2014/main" val="336207409"/>
                  </a:ext>
                </a:extLst>
              </a:tr>
              <a:tr h="370840">
                <a:tc>
                  <a:txBody>
                    <a:bodyPr/>
                    <a:lstStyle/>
                    <a:p>
                      <a:r>
                        <a:rPr lang="fr-BE" dirty="0"/>
                        <a:t>session.</a:t>
                      </a:r>
                    </a:p>
                    <a:p>
                      <a:r>
                        <a:rPr lang="fr-BE" dirty="0" err="1"/>
                        <a:t>save_path</a:t>
                      </a:r>
                      <a:endParaRPr lang="fr-BE" dirty="0"/>
                    </a:p>
                  </a:txBody>
                  <a:tcPr/>
                </a:tc>
                <a:tc>
                  <a:txBody>
                    <a:bodyPr/>
                    <a:lstStyle/>
                    <a:p>
                      <a:r>
                        <a:rPr lang="fr-BE" dirty="0"/>
                        <a:t>Répertoire des fichiers de session.</a:t>
                      </a:r>
                    </a:p>
                  </a:txBody>
                  <a:tcPr/>
                </a:tc>
                <a:tc>
                  <a:txBody>
                    <a:bodyPr/>
                    <a:lstStyle/>
                    <a:p>
                      <a:r>
                        <a:rPr lang="fr-BE" dirty="0" err="1"/>
                        <a:t>session_save_path</a:t>
                      </a:r>
                      <a:r>
                        <a:rPr lang="fr-BE" dirty="0"/>
                        <a:t>()</a:t>
                      </a:r>
                    </a:p>
                  </a:txBody>
                  <a:tcPr/>
                </a:tc>
                <a:tc>
                  <a:txBody>
                    <a:bodyPr/>
                    <a:lstStyle/>
                    <a:p>
                      <a:endParaRPr lang="fr-BE"/>
                    </a:p>
                  </a:txBody>
                  <a:tcPr/>
                </a:tc>
                <a:extLst>
                  <a:ext uri="{0D108BD9-81ED-4DB2-BD59-A6C34878D82A}">
                    <a16:rowId xmlns:a16="http://schemas.microsoft.com/office/drawing/2014/main" val="20007796"/>
                  </a:ext>
                </a:extLst>
              </a:tr>
              <a:tr h="370840">
                <a:tc>
                  <a:txBody>
                    <a:bodyPr/>
                    <a:lstStyle/>
                    <a:p>
                      <a:r>
                        <a:rPr lang="fr-BE" dirty="0"/>
                        <a:t>session.</a:t>
                      </a:r>
                    </a:p>
                    <a:p>
                      <a:r>
                        <a:rPr lang="fr-BE" dirty="0" err="1"/>
                        <a:t>cookie_lifetime</a:t>
                      </a:r>
                      <a:endParaRPr lang="fr-BE" dirty="0"/>
                    </a:p>
                  </a:txBody>
                  <a:tcPr/>
                </a:tc>
                <a:tc>
                  <a:txBody>
                    <a:bodyPr/>
                    <a:lstStyle/>
                    <a:p>
                      <a:r>
                        <a:rPr lang="fr-BE" dirty="0"/>
                        <a:t>TTL du cookie de SID, en secondes.</a:t>
                      </a:r>
                    </a:p>
                  </a:txBody>
                  <a:tcPr/>
                </a:tc>
                <a:tc>
                  <a:txBody>
                    <a:bodyPr/>
                    <a:lstStyle/>
                    <a:p>
                      <a:r>
                        <a:rPr lang="fr-BE" dirty="0" err="1"/>
                        <a:t>session_get_cookie_params</a:t>
                      </a:r>
                      <a:r>
                        <a:rPr lang="fr-BE" dirty="0"/>
                        <a:t>()</a:t>
                      </a:r>
                    </a:p>
                    <a:p>
                      <a:r>
                        <a:rPr lang="fr-BE" dirty="0" err="1"/>
                        <a:t>session_set_cookie_params</a:t>
                      </a:r>
                      <a:r>
                        <a:rPr lang="fr-BE" dirty="0"/>
                        <a:t>()</a:t>
                      </a:r>
                    </a:p>
                  </a:txBody>
                  <a:tcPr/>
                </a:tc>
                <a:tc>
                  <a:txBody>
                    <a:bodyPr/>
                    <a:lstStyle/>
                    <a:p>
                      <a:r>
                        <a:rPr lang="fr-BE" dirty="0"/>
                        <a:t>0</a:t>
                      </a:r>
                    </a:p>
                  </a:txBody>
                  <a:tcPr/>
                </a:tc>
                <a:extLst>
                  <a:ext uri="{0D108BD9-81ED-4DB2-BD59-A6C34878D82A}">
                    <a16:rowId xmlns:a16="http://schemas.microsoft.com/office/drawing/2014/main" val="697757241"/>
                  </a:ext>
                </a:extLst>
              </a:tr>
              <a:tr h="370840">
                <a:tc>
                  <a:txBody>
                    <a:bodyPr/>
                    <a:lstStyle/>
                    <a:p>
                      <a:r>
                        <a:rPr lang="fr-BE" dirty="0"/>
                        <a:t>session.</a:t>
                      </a:r>
                    </a:p>
                    <a:p>
                      <a:r>
                        <a:rPr lang="fr-BE" dirty="0" err="1"/>
                        <a:t>gc_maxlifetime</a:t>
                      </a:r>
                      <a:endParaRPr lang="fr-BE" dirty="0"/>
                    </a:p>
                  </a:txBody>
                  <a:tcPr/>
                </a:tc>
                <a:tc>
                  <a:txBody>
                    <a:bodyPr/>
                    <a:lstStyle/>
                    <a:p>
                      <a:r>
                        <a:rPr lang="fr-BE" dirty="0"/>
                        <a:t>TTL minimum des données, en secondes.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dirty="0" err="1"/>
                        <a:t>ini_get</a:t>
                      </a:r>
                      <a:r>
                        <a:rPr lang="fr-BE" dirty="0"/>
                        <a:t>('</a:t>
                      </a:r>
                      <a:r>
                        <a:rPr lang="fr-BE" dirty="0" err="1"/>
                        <a:t>session.gc_maxlifetime</a:t>
                      </a:r>
                      <a:r>
                        <a:rPr lang="fr-BE" dirty="0"/>
                        <a:t>')</a:t>
                      </a:r>
                    </a:p>
                  </a:txBody>
                  <a:tcPr/>
                </a:tc>
                <a:tc>
                  <a:txBody>
                    <a:bodyPr/>
                    <a:lstStyle/>
                    <a:p>
                      <a:r>
                        <a:rPr lang="fr-BE" dirty="0"/>
                        <a:t>1440</a:t>
                      </a:r>
                    </a:p>
                  </a:txBody>
                  <a:tcPr/>
                </a:tc>
                <a:extLst>
                  <a:ext uri="{0D108BD9-81ED-4DB2-BD59-A6C34878D82A}">
                    <a16:rowId xmlns:a16="http://schemas.microsoft.com/office/drawing/2014/main" val="1972195941"/>
                  </a:ext>
                </a:extLst>
              </a:tr>
            </a:tbl>
          </a:graphicData>
        </a:graphic>
      </p:graphicFrame>
      <p:sp>
        <p:nvSpPr>
          <p:cNvPr id="7" name="Bande diagonale 6">
            <a:extLst>
              <a:ext uri="{FF2B5EF4-FFF2-40B4-BE49-F238E27FC236}">
                <a16:creationId xmlns:a16="http://schemas.microsoft.com/office/drawing/2014/main" id="{6F1708F2-3C33-1E19-CFCC-819218DE9741}"/>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2235390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9B7701-F065-0056-BD2F-4FDFC02B0872}"/>
              </a:ext>
            </a:extLst>
          </p:cNvPr>
          <p:cNvSpPr>
            <a:spLocks noGrp="1"/>
          </p:cNvSpPr>
          <p:nvPr>
            <p:ph type="title"/>
          </p:nvPr>
        </p:nvSpPr>
        <p:spPr/>
        <p:txBody>
          <a:bodyPr/>
          <a:lstStyle/>
          <a:p>
            <a:pPr algn="ctr"/>
            <a:r>
              <a:rPr lang="fr-BE" dirty="0"/>
              <a:t>Démarrage de la session</a:t>
            </a:r>
          </a:p>
        </p:txBody>
      </p:sp>
      <p:sp>
        <p:nvSpPr>
          <p:cNvPr id="4" name="Espace réservé du contenu 3">
            <a:extLst>
              <a:ext uri="{FF2B5EF4-FFF2-40B4-BE49-F238E27FC236}">
                <a16:creationId xmlns:a16="http://schemas.microsoft.com/office/drawing/2014/main" id="{E288B390-859A-2856-5F1A-E21233FA1C20}"/>
              </a:ext>
            </a:extLst>
          </p:cNvPr>
          <p:cNvSpPr>
            <a:spLocks noGrp="1"/>
          </p:cNvSpPr>
          <p:nvPr>
            <p:ph sz="half" idx="1"/>
          </p:nvPr>
        </p:nvSpPr>
        <p:spPr/>
        <p:txBody>
          <a:bodyPr>
            <a:normAutofit fontScale="62500" lnSpcReduction="20000"/>
          </a:bodyPr>
          <a:lstStyle/>
          <a:p>
            <a:r>
              <a:rPr lang="fr-BE" dirty="0"/>
              <a:t>Avant toute utilisation d’une session, il faut l'activer. La fonction `</a:t>
            </a:r>
            <a:r>
              <a:rPr lang="fr-BE" dirty="0" err="1"/>
              <a:t>session_start</a:t>
            </a:r>
            <a:r>
              <a:rPr lang="fr-BE" dirty="0"/>
              <a:t>()` est un moyen typique de démarrer la session.</a:t>
            </a:r>
          </a:p>
          <a:p>
            <a:r>
              <a:rPr lang="fr-BE" dirty="0"/>
              <a:t>Effets de cette fonction :</a:t>
            </a:r>
          </a:p>
          <a:p>
            <a:pPr lvl="1"/>
            <a:r>
              <a:rPr lang="fr-BE" dirty="0"/>
              <a:t>Recherche d’un identifiant de session (SID) valide dans la requête (cookie ou URL).</a:t>
            </a:r>
          </a:p>
          <a:p>
            <a:pPr lvl="1"/>
            <a:r>
              <a:rPr lang="fr-BE" dirty="0"/>
              <a:t>Si trouvé → chargement des données existantes.</a:t>
            </a:r>
          </a:p>
          <a:p>
            <a:pPr lvl="1"/>
            <a:r>
              <a:rPr lang="fr-BE" dirty="0"/>
              <a:t>Sinon → création d’une nouvelle session (envoi d’un cookie).</a:t>
            </a:r>
          </a:p>
          <a:p>
            <a:pPr lvl="1"/>
            <a:r>
              <a:rPr lang="fr-BE" dirty="0"/>
              <a:t>Initialisation de la superglobale $_SESSION.</a:t>
            </a:r>
          </a:p>
          <a:p>
            <a:r>
              <a:rPr lang="fr-BE" dirty="0"/>
              <a:t>Important: Cette fonction doit être appelée avant tout envoi de contenu, sans quoi cela génère une erreur fatale (« </a:t>
            </a:r>
            <a:r>
              <a:rPr lang="en-US" dirty="0"/>
              <a:t>Cannot send session cookie - headers already sent</a:t>
            </a:r>
            <a:r>
              <a:rPr lang="fr-BE" dirty="0"/>
              <a:t> »).</a:t>
            </a:r>
          </a:p>
          <a:p>
            <a:r>
              <a:rPr lang="fr-BE" dirty="0"/>
              <a:t>Ressources:</a:t>
            </a:r>
          </a:p>
          <a:p>
            <a:pPr lvl="1"/>
            <a:r>
              <a:rPr lang="fr-BE" dirty="0">
                <a:hlinkClick r:id="rId3"/>
              </a:rPr>
              <a:t>PHP doc: </a:t>
            </a:r>
            <a:r>
              <a:rPr lang="fr-BE" dirty="0" err="1">
                <a:hlinkClick r:id="rId3"/>
              </a:rPr>
              <a:t>session_start</a:t>
            </a:r>
            <a:r>
              <a:rPr lang="fr-BE" dirty="0">
                <a:hlinkClick r:id="rId3"/>
              </a:rPr>
              <a:t>()</a:t>
            </a:r>
            <a:endParaRPr lang="fr-BE" dirty="0"/>
          </a:p>
          <a:p>
            <a:pPr lvl="1"/>
            <a:r>
              <a:rPr lang="fr-BE" dirty="0">
                <a:hlinkClick r:id="rId4"/>
              </a:rPr>
              <a:t>PHP doc: </a:t>
            </a:r>
            <a:r>
              <a:rPr lang="fr-BE" dirty="0" err="1">
                <a:hlinkClick r:id="rId4"/>
              </a:rPr>
              <a:t>session_name</a:t>
            </a:r>
            <a:r>
              <a:rPr lang="fr-BE" dirty="0">
                <a:hlinkClick r:id="rId4"/>
              </a:rPr>
              <a:t>()</a:t>
            </a:r>
            <a:endParaRPr lang="fr-BE" dirty="0"/>
          </a:p>
          <a:p>
            <a:pPr lvl="1"/>
            <a:r>
              <a:rPr lang="fr-BE" dirty="0">
                <a:hlinkClick r:id="rId5"/>
              </a:rPr>
              <a:t>PHP doc: </a:t>
            </a:r>
            <a:r>
              <a:rPr lang="fr-BE" dirty="0" err="1">
                <a:hlinkClick r:id="rId5"/>
              </a:rPr>
              <a:t>session_id</a:t>
            </a:r>
            <a:r>
              <a:rPr lang="fr-BE" dirty="0">
                <a:hlinkClick r:id="rId5"/>
              </a:rPr>
              <a:t>()</a:t>
            </a:r>
            <a:endParaRPr lang="fr-BE" dirty="0"/>
          </a:p>
        </p:txBody>
      </p:sp>
      <p:pic>
        <p:nvPicPr>
          <p:cNvPr id="9" name="Espace réservé du contenu 8" descr="Une image contenant texte, capture d’écran, Police&#10;&#10;Le contenu généré par l’IA peut être incorrect.">
            <a:extLst>
              <a:ext uri="{FF2B5EF4-FFF2-40B4-BE49-F238E27FC236}">
                <a16:creationId xmlns:a16="http://schemas.microsoft.com/office/drawing/2014/main" id="{A5CB420B-F229-CBB7-0E97-9D7A6841F64B}"/>
              </a:ext>
            </a:extLst>
          </p:cNvPr>
          <p:cNvPicPr>
            <a:picLocks noGrp="1" noChangeAspect="1"/>
          </p:cNvPicPr>
          <p:nvPr>
            <p:ph sz="half" idx="2"/>
          </p:nvPr>
        </p:nvPicPr>
        <p:blipFill>
          <a:blip r:embed="rId6"/>
          <a:stretch>
            <a:fillRect/>
          </a:stretch>
        </p:blipFill>
        <p:spPr>
          <a:xfrm>
            <a:off x="6172200" y="3140480"/>
            <a:ext cx="5181600" cy="1721628"/>
          </a:xfrm>
          <a:prstGeom prst="rect">
            <a:avLst/>
          </a:prstGeom>
        </p:spPr>
      </p:pic>
    </p:spTree>
    <p:extLst>
      <p:ext uri="{BB962C8B-B14F-4D97-AF65-F5344CB8AC3E}">
        <p14:creationId xmlns:p14="http://schemas.microsoft.com/office/powerpoint/2010/main" val="973236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8AE6E7-68A3-2D8F-B592-839FFE9346EB}"/>
              </a:ext>
            </a:extLst>
          </p:cNvPr>
          <p:cNvSpPr>
            <a:spLocks noGrp="1"/>
          </p:cNvSpPr>
          <p:nvPr>
            <p:ph type="title"/>
          </p:nvPr>
        </p:nvSpPr>
        <p:spPr/>
        <p:txBody>
          <a:bodyPr/>
          <a:lstStyle/>
          <a:p>
            <a:pPr algn="ctr"/>
            <a:r>
              <a:rPr lang="fr-BE" dirty="0"/>
              <a:t>Accès aux données de la session</a:t>
            </a:r>
          </a:p>
        </p:txBody>
      </p:sp>
      <p:sp>
        <p:nvSpPr>
          <p:cNvPr id="3" name="Espace réservé du contenu 2">
            <a:extLst>
              <a:ext uri="{FF2B5EF4-FFF2-40B4-BE49-F238E27FC236}">
                <a16:creationId xmlns:a16="http://schemas.microsoft.com/office/drawing/2014/main" id="{A4BFFDBD-3355-18C3-A5F1-8C7FA2D47C9B}"/>
              </a:ext>
            </a:extLst>
          </p:cNvPr>
          <p:cNvSpPr>
            <a:spLocks noGrp="1"/>
          </p:cNvSpPr>
          <p:nvPr>
            <p:ph sz="half" idx="1"/>
          </p:nvPr>
        </p:nvSpPr>
        <p:spPr/>
        <p:txBody>
          <a:bodyPr/>
          <a:lstStyle/>
          <a:p>
            <a:r>
              <a:rPr lang="fr-BE" dirty="0"/>
              <a:t>La superglobale `$_SESSION` est un tableau associatif accessible partout après `</a:t>
            </a:r>
            <a:r>
              <a:rPr lang="fr-BE" dirty="0" err="1"/>
              <a:t>session_start</a:t>
            </a:r>
            <a:r>
              <a:rPr lang="fr-BE" dirty="0"/>
              <a:t>()`.</a:t>
            </a:r>
          </a:p>
          <a:p>
            <a:r>
              <a:rPr lang="fr-BE" dirty="0"/>
              <a:t>Ce tableau contient des données durant toute la durée de vie de la session.</a:t>
            </a:r>
          </a:p>
          <a:p>
            <a:r>
              <a:rPr lang="fr-BE" dirty="0"/>
              <a:t>Ressources:</a:t>
            </a:r>
          </a:p>
          <a:p>
            <a:pPr lvl="1"/>
            <a:r>
              <a:rPr lang="fr-BE" dirty="0">
                <a:hlinkClick r:id="rId3"/>
              </a:rPr>
              <a:t>PHP doc: $_SESSION</a:t>
            </a:r>
            <a:endParaRPr lang="fr-BE" dirty="0"/>
          </a:p>
        </p:txBody>
      </p:sp>
      <p:pic>
        <p:nvPicPr>
          <p:cNvPr id="8" name="Espace réservé du contenu 7" descr="Une image contenant texte, capture d’écran, Police&#10;&#10;Le contenu généré par l’IA peut être incorrect.">
            <a:extLst>
              <a:ext uri="{FF2B5EF4-FFF2-40B4-BE49-F238E27FC236}">
                <a16:creationId xmlns:a16="http://schemas.microsoft.com/office/drawing/2014/main" id="{94332F08-2F51-ED90-4301-FEC7EFB79B96}"/>
              </a:ext>
            </a:extLst>
          </p:cNvPr>
          <p:cNvPicPr>
            <a:picLocks noGrp="1" noChangeAspect="1"/>
          </p:cNvPicPr>
          <p:nvPr>
            <p:ph sz="half" idx="2"/>
          </p:nvPr>
        </p:nvPicPr>
        <p:blipFill>
          <a:blip r:embed="rId4"/>
          <a:stretch>
            <a:fillRect/>
          </a:stretch>
        </p:blipFill>
        <p:spPr>
          <a:xfrm>
            <a:off x="6181725" y="1924844"/>
            <a:ext cx="5162550" cy="4152900"/>
          </a:xfrm>
          <a:prstGeom prst="rect">
            <a:avLst/>
          </a:prstGeom>
        </p:spPr>
      </p:pic>
    </p:spTree>
    <p:extLst>
      <p:ext uri="{BB962C8B-B14F-4D97-AF65-F5344CB8AC3E}">
        <p14:creationId xmlns:p14="http://schemas.microsoft.com/office/powerpoint/2010/main" val="12803379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CA47ACE-6FC3-DE42-8C4C-DB637301ABC9}"/>
              </a:ext>
            </a:extLst>
          </p:cNvPr>
          <p:cNvSpPr>
            <a:spLocks noGrp="1"/>
          </p:cNvSpPr>
          <p:nvPr>
            <p:ph type="title"/>
          </p:nvPr>
        </p:nvSpPr>
        <p:spPr/>
        <p:txBody>
          <a:bodyPr/>
          <a:lstStyle/>
          <a:p>
            <a:pPr algn="ctr"/>
            <a:r>
              <a:rPr lang="fr-BE" dirty="0"/>
              <a:t>Expiration d’une session</a:t>
            </a:r>
          </a:p>
        </p:txBody>
      </p:sp>
      <p:sp>
        <p:nvSpPr>
          <p:cNvPr id="4" name="Espace réservé du contenu 3">
            <a:extLst>
              <a:ext uri="{FF2B5EF4-FFF2-40B4-BE49-F238E27FC236}">
                <a16:creationId xmlns:a16="http://schemas.microsoft.com/office/drawing/2014/main" id="{61FE5768-A107-B630-B515-3F5AEC5E0C53}"/>
              </a:ext>
            </a:extLst>
          </p:cNvPr>
          <p:cNvSpPr>
            <a:spLocks noGrp="1"/>
          </p:cNvSpPr>
          <p:nvPr>
            <p:ph sz="half" idx="1"/>
          </p:nvPr>
        </p:nvSpPr>
        <p:spPr/>
        <p:txBody>
          <a:bodyPr>
            <a:normAutofit fontScale="70000" lnSpcReduction="20000"/>
          </a:bodyPr>
          <a:lstStyle/>
          <a:p>
            <a:r>
              <a:rPr lang="fr-BE" dirty="0"/>
              <a:t>La durée de vie (TTL) d'une session dépend de deux paramètres distincts :</a:t>
            </a:r>
          </a:p>
          <a:p>
            <a:pPr lvl="1"/>
            <a:r>
              <a:rPr lang="fr-BE" dirty="0"/>
              <a:t>Cookie de session (côté client):</a:t>
            </a:r>
          </a:p>
          <a:p>
            <a:pPr lvl="2"/>
            <a:r>
              <a:rPr lang="fr-BE" dirty="0"/>
              <a:t>Le cookie de SID possède une durée de vie limitée.</a:t>
            </a:r>
          </a:p>
          <a:p>
            <a:pPr lvl="2"/>
            <a:r>
              <a:rPr lang="fr-BE" dirty="0"/>
              <a:t>Par défaut, le cookie est non persistant, càd qu’il est supprimé à la fermeture du navigateur.</a:t>
            </a:r>
          </a:p>
          <a:p>
            <a:pPr lvl="2"/>
            <a:r>
              <a:rPr lang="fr-BE" dirty="0"/>
              <a:t>Si une valeur est fournie, il s’agit de la durée de vie maximale.</a:t>
            </a:r>
          </a:p>
          <a:p>
            <a:pPr lvl="1"/>
            <a:r>
              <a:rPr lang="fr-BE" dirty="0"/>
              <a:t>Garbage collector (côté serveur):</a:t>
            </a:r>
          </a:p>
          <a:p>
            <a:pPr lvl="2"/>
            <a:r>
              <a:rPr lang="fr-BE" dirty="0"/>
              <a:t>Les données de session possèdent une durée de vie limitée à un certain nombre de secondes. </a:t>
            </a:r>
          </a:p>
          <a:p>
            <a:pPr lvl="2"/>
            <a:r>
              <a:rPr lang="fr-BE" dirty="0"/>
              <a:t>Chaque fois qu'une page est chargée, la durée de vie est réinitialisée.</a:t>
            </a:r>
          </a:p>
          <a:p>
            <a:pPr lvl="2"/>
            <a:r>
              <a:rPr lang="fr-BE" dirty="0"/>
              <a:t>A noter que, en réalité, PHP ne supprime pas les données systématiquement, mais seulement selon une faible probabilité. Il s’agit donc de la durée de vie minimum.</a:t>
            </a:r>
          </a:p>
          <a:p>
            <a:r>
              <a:rPr lang="fr-BE" dirty="0"/>
              <a:t>Ressources:</a:t>
            </a:r>
          </a:p>
          <a:p>
            <a:pPr lvl="1"/>
            <a:r>
              <a:rPr lang="fr-BE" dirty="0">
                <a:hlinkClick r:id="rId3"/>
              </a:rPr>
              <a:t>PHP doc: </a:t>
            </a:r>
            <a:r>
              <a:rPr lang="fr-BE" dirty="0" err="1">
                <a:hlinkClick r:id="rId3"/>
              </a:rPr>
              <a:t>ini_get</a:t>
            </a:r>
            <a:r>
              <a:rPr lang="fr-BE" dirty="0">
                <a:hlinkClick r:id="rId3"/>
              </a:rPr>
              <a:t>()</a:t>
            </a:r>
            <a:endParaRPr lang="fr-BE" dirty="0"/>
          </a:p>
          <a:p>
            <a:pPr lvl="1"/>
            <a:r>
              <a:rPr lang="fr-BE" dirty="0">
                <a:hlinkClick r:id="rId4"/>
              </a:rPr>
              <a:t>PHP doc: </a:t>
            </a:r>
            <a:r>
              <a:rPr lang="fr-BE" dirty="0" err="1">
                <a:hlinkClick r:id="rId4"/>
              </a:rPr>
              <a:t>init_set</a:t>
            </a:r>
            <a:r>
              <a:rPr lang="fr-BE" dirty="0">
                <a:hlinkClick r:id="rId4"/>
              </a:rPr>
              <a:t>()</a:t>
            </a:r>
            <a:endParaRPr lang="fr-BE" dirty="0"/>
          </a:p>
        </p:txBody>
      </p:sp>
      <p:pic>
        <p:nvPicPr>
          <p:cNvPr id="10" name="Espace réservé du contenu 9" descr="Une image contenant texte, capture d’écran, Police, nombre&#10;&#10;Le contenu généré par l’IA peut être incorrect.">
            <a:extLst>
              <a:ext uri="{FF2B5EF4-FFF2-40B4-BE49-F238E27FC236}">
                <a16:creationId xmlns:a16="http://schemas.microsoft.com/office/drawing/2014/main" id="{EDBE1839-E6DB-236C-0E29-0B383F5765B4}"/>
              </a:ext>
            </a:extLst>
          </p:cNvPr>
          <p:cNvPicPr>
            <a:picLocks noGrp="1" noChangeAspect="1"/>
          </p:cNvPicPr>
          <p:nvPr>
            <p:ph sz="half" idx="2"/>
          </p:nvPr>
        </p:nvPicPr>
        <p:blipFill>
          <a:blip r:embed="rId5"/>
          <a:stretch>
            <a:fillRect/>
          </a:stretch>
        </p:blipFill>
        <p:spPr>
          <a:xfrm>
            <a:off x="6186487" y="3024981"/>
            <a:ext cx="5153025" cy="1952625"/>
          </a:xfrm>
          <a:prstGeom prst="rect">
            <a:avLst/>
          </a:prstGeom>
        </p:spPr>
      </p:pic>
    </p:spTree>
    <p:extLst>
      <p:ext uri="{BB962C8B-B14F-4D97-AF65-F5344CB8AC3E}">
        <p14:creationId xmlns:p14="http://schemas.microsoft.com/office/powerpoint/2010/main" val="14490852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A70390-E40F-7110-70B4-F8EC1A01910A}"/>
              </a:ext>
            </a:extLst>
          </p:cNvPr>
          <p:cNvSpPr>
            <a:spLocks noGrp="1"/>
          </p:cNvSpPr>
          <p:nvPr>
            <p:ph type="title"/>
          </p:nvPr>
        </p:nvSpPr>
        <p:spPr/>
        <p:txBody>
          <a:bodyPr/>
          <a:lstStyle/>
          <a:p>
            <a:pPr algn="ctr"/>
            <a:r>
              <a:rPr lang="fr-BE" dirty="0"/>
              <a:t>Destruction d’une session</a:t>
            </a:r>
          </a:p>
        </p:txBody>
      </p:sp>
      <p:sp>
        <p:nvSpPr>
          <p:cNvPr id="3" name="Espace réservé du contenu 2">
            <a:extLst>
              <a:ext uri="{FF2B5EF4-FFF2-40B4-BE49-F238E27FC236}">
                <a16:creationId xmlns:a16="http://schemas.microsoft.com/office/drawing/2014/main" id="{A1253206-5135-579D-8C59-75E54FB36B78}"/>
              </a:ext>
            </a:extLst>
          </p:cNvPr>
          <p:cNvSpPr>
            <a:spLocks noGrp="1"/>
          </p:cNvSpPr>
          <p:nvPr>
            <p:ph sz="half" idx="1"/>
          </p:nvPr>
        </p:nvSpPr>
        <p:spPr/>
        <p:txBody>
          <a:bodyPr>
            <a:normAutofit fontScale="77500" lnSpcReduction="20000"/>
          </a:bodyPr>
          <a:lstStyle/>
          <a:p>
            <a:r>
              <a:rPr lang="fr-BE" dirty="0"/>
              <a:t>Détruire une session consiste à:</a:t>
            </a:r>
          </a:p>
          <a:p>
            <a:pPr lvl="1"/>
            <a:r>
              <a:rPr lang="fr-BE" dirty="0"/>
              <a:t>supprimer les données côté serveur en réinitialisant `$_SESSION`.</a:t>
            </a:r>
          </a:p>
          <a:p>
            <a:pPr lvl="1"/>
            <a:r>
              <a:rPr lang="fr-BE" dirty="0"/>
              <a:t>supprimer le cookie de session à l’aide de `</a:t>
            </a:r>
            <a:r>
              <a:rPr lang="fr-BE" dirty="0" err="1"/>
              <a:t>setcookie</a:t>
            </a:r>
            <a:r>
              <a:rPr lang="fr-BE" dirty="0"/>
              <a:t>()`.</a:t>
            </a:r>
          </a:p>
          <a:p>
            <a:pPr lvl="1"/>
            <a:r>
              <a:rPr lang="fr-BE" dirty="0"/>
              <a:t>invalider la session courante à l’aide de `</a:t>
            </a:r>
            <a:r>
              <a:rPr lang="fr-BE" dirty="0" err="1"/>
              <a:t>session_destroy</a:t>
            </a:r>
            <a:r>
              <a:rPr lang="fr-BE" dirty="0"/>
              <a:t>()`.</a:t>
            </a:r>
          </a:p>
          <a:p>
            <a:r>
              <a:rPr lang="fr-BE" dirty="0"/>
              <a:t>A noter qu’il faut bien entendu débuter la session avant de la détruire.</a:t>
            </a:r>
          </a:p>
          <a:p>
            <a:r>
              <a:rPr lang="fr-BE" dirty="0"/>
              <a:t>A noter qu’un cookie s’identifie (et donc se détruit) par son nom ainsi que sa portée (Domain et Path).</a:t>
            </a:r>
          </a:p>
          <a:p>
            <a:r>
              <a:rPr lang="fr-BE" dirty="0"/>
              <a:t>Ressources:</a:t>
            </a:r>
          </a:p>
          <a:p>
            <a:pPr lvl="1"/>
            <a:r>
              <a:rPr lang="fr-BE" dirty="0">
                <a:hlinkClick r:id="rId3"/>
              </a:rPr>
              <a:t>PHP doc: </a:t>
            </a:r>
            <a:r>
              <a:rPr lang="fr-BE" dirty="0" err="1">
                <a:hlinkClick r:id="rId3"/>
              </a:rPr>
              <a:t>session_destroy</a:t>
            </a:r>
            <a:r>
              <a:rPr lang="fr-BE" dirty="0">
                <a:hlinkClick r:id="rId3"/>
              </a:rPr>
              <a:t>()</a:t>
            </a:r>
            <a:endParaRPr lang="fr-BE" dirty="0"/>
          </a:p>
          <a:p>
            <a:pPr lvl="1"/>
            <a:r>
              <a:rPr lang="en-US" dirty="0">
                <a:hlinkClick r:id="rId4"/>
              </a:rPr>
              <a:t>PHP doc: </a:t>
            </a:r>
            <a:r>
              <a:rPr lang="en-US" dirty="0" err="1">
                <a:hlinkClick r:id="rId4"/>
              </a:rPr>
              <a:t>session_get_cookie_params</a:t>
            </a:r>
            <a:r>
              <a:rPr lang="en-US" dirty="0">
                <a:hlinkClick r:id="rId4"/>
              </a:rPr>
              <a:t>()</a:t>
            </a:r>
            <a:endParaRPr lang="fr-BE" dirty="0"/>
          </a:p>
          <a:p>
            <a:pPr lvl="1"/>
            <a:r>
              <a:rPr lang="fr-BE" dirty="0">
                <a:hlinkClick r:id="rId5"/>
              </a:rPr>
              <a:t>PHP doc: </a:t>
            </a:r>
            <a:r>
              <a:rPr lang="fr-BE" dirty="0" err="1">
                <a:hlinkClick r:id="rId5"/>
              </a:rPr>
              <a:t>setcookie</a:t>
            </a:r>
            <a:r>
              <a:rPr lang="fr-BE" dirty="0">
                <a:hlinkClick r:id="rId5"/>
              </a:rPr>
              <a:t>()</a:t>
            </a:r>
            <a:endParaRPr lang="fr-BE" dirty="0"/>
          </a:p>
        </p:txBody>
      </p:sp>
      <p:pic>
        <p:nvPicPr>
          <p:cNvPr id="10" name="Espace réservé du contenu 9" descr="Une image contenant texte, capture d’écran, logiciel, Police&#10;&#10;Le contenu généré par l’IA peut être incorrect.">
            <a:extLst>
              <a:ext uri="{FF2B5EF4-FFF2-40B4-BE49-F238E27FC236}">
                <a16:creationId xmlns:a16="http://schemas.microsoft.com/office/drawing/2014/main" id="{721F778B-C01E-056D-CD39-EC191A146248}"/>
              </a:ext>
            </a:extLst>
          </p:cNvPr>
          <p:cNvPicPr>
            <a:picLocks noGrp="1" noChangeAspect="1"/>
          </p:cNvPicPr>
          <p:nvPr>
            <p:ph sz="half" idx="2"/>
          </p:nvPr>
        </p:nvPicPr>
        <p:blipFill>
          <a:blip r:embed="rId6"/>
          <a:stretch>
            <a:fillRect/>
          </a:stretch>
        </p:blipFill>
        <p:spPr>
          <a:xfrm>
            <a:off x="6172200" y="1903450"/>
            <a:ext cx="5181600" cy="4195687"/>
          </a:xfrm>
          <a:prstGeom prst="rect">
            <a:avLst/>
          </a:prstGeom>
        </p:spPr>
      </p:pic>
    </p:spTree>
    <p:extLst>
      <p:ext uri="{BB962C8B-B14F-4D97-AF65-F5344CB8AC3E}">
        <p14:creationId xmlns:p14="http://schemas.microsoft.com/office/powerpoint/2010/main" val="3213980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C554E4-8AEF-38AC-E47C-CA284734FD9A}"/>
              </a:ext>
            </a:extLst>
          </p:cNvPr>
          <p:cNvSpPr>
            <a:spLocks noGrp="1"/>
          </p:cNvSpPr>
          <p:nvPr>
            <p:ph type="title"/>
          </p:nvPr>
        </p:nvSpPr>
        <p:spPr/>
        <p:txBody>
          <a:bodyPr/>
          <a:lstStyle/>
          <a:p>
            <a:pPr algn="ctr"/>
            <a:r>
              <a:rPr lang="fr-BE" dirty="0"/>
              <a:t>Application: login/</a:t>
            </a:r>
            <a:r>
              <a:rPr lang="fr-BE" dirty="0" err="1"/>
              <a:t>logout</a:t>
            </a:r>
            <a:endParaRPr lang="fr-BE" dirty="0"/>
          </a:p>
        </p:txBody>
      </p:sp>
      <p:pic>
        <p:nvPicPr>
          <p:cNvPr id="12" name="Espace réservé du contenu 11" descr="Une image contenant texte, capture d’écran, logiciel, Police&#10;&#10;Le contenu généré par l’IA peut être incorrect.">
            <a:extLst>
              <a:ext uri="{FF2B5EF4-FFF2-40B4-BE49-F238E27FC236}">
                <a16:creationId xmlns:a16="http://schemas.microsoft.com/office/drawing/2014/main" id="{0562DBAC-B3AC-7B47-FCB2-B6165C9C9B54}"/>
              </a:ext>
            </a:extLst>
          </p:cNvPr>
          <p:cNvPicPr>
            <a:picLocks noGrp="1" noChangeAspect="1"/>
          </p:cNvPicPr>
          <p:nvPr>
            <p:ph sz="half" idx="1"/>
          </p:nvPr>
        </p:nvPicPr>
        <p:blipFill>
          <a:blip r:embed="rId3"/>
          <a:stretch>
            <a:fillRect/>
          </a:stretch>
        </p:blipFill>
        <p:spPr>
          <a:xfrm>
            <a:off x="879317" y="1825625"/>
            <a:ext cx="5099366" cy="4351338"/>
          </a:xfrm>
          <a:prstGeom prst="rect">
            <a:avLst/>
          </a:prstGeom>
        </p:spPr>
      </p:pic>
      <p:pic>
        <p:nvPicPr>
          <p:cNvPr id="19" name="Espace réservé du contenu 18" descr="Une image contenant texte, capture d’écran, logiciel, Police&#10;&#10;Le contenu généré par l’IA peut être incorrect.">
            <a:extLst>
              <a:ext uri="{FF2B5EF4-FFF2-40B4-BE49-F238E27FC236}">
                <a16:creationId xmlns:a16="http://schemas.microsoft.com/office/drawing/2014/main" id="{14798157-A619-0980-E8AC-B8B603E2EF8F}"/>
              </a:ext>
            </a:extLst>
          </p:cNvPr>
          <p:cNvPicPr>
            <a:picLocks noGrp="1" noChangeAspect="1"/>
          </p:cNvPicPr>
          <p:nvPr>
            <p:ph sz="half" idx="2"/>
          </p:nvPr>
        </p:nvPicPr>
        <p:blipFill>
          <a:blip r:embed="rId4"/>
          <a:stretch>
            <a:fillRect/>
          </a:stretch>
        </p:blipFill>
        <p:spPr>
          <a:xfrm>
            <a:off x="6208631" y="1825625"/>
            <a:ext cx="5108738" cy="4351338"/>
          </a:xfrm>
          <a:prstGeom prst="rect">
            <a:avLst/>
          </a:prstGeom>
        </p:spPr>
      </p:pic>
      <p:sp>
        <p:nvSpPr>
          <p:cNvPr id="20" name="Bande diagonale 19">
            <a:extLst>
              <a:ext uri="{FF2B5EF4-FFF2-40B4-BE49-F238E27FC236}">
                <a16:creationId xmlns:a16="http://schemas.microsoft.com/office/drawing/2014/main" id="{D73D70B7-E89A-4D5D-B6AE-437C25CCB6C4}"/>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41715222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7F6A1-E6A1-FB30-E58D-5A8FCA90CC63}"/>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5F290F30-4DF9-AA0E-E374-38F65B88ADEE}"/>
              </a:ext>
            </a:extLst>
          </p:cNvPr>
          <p:cNvSpPr>
            <a:spLocks noGrp="1"/>
          </p:cNvSpPr>
          <p:nvPr>
            <p:ph type="title"/>
          </p:nvPr>
        </p:nvSpPr>
        <p:spPr/>
        <p:txBody>
          <a:bodyPr/>
          <a:lstStyle/>
          <a:p>
            <a:r>
              <a:rPr lang="fr-BE" dirty="0"/>
              <a:t>PDO</a:t>
            </a:r>
          </a:p>
        </p:txBody>
      </p:sp>
      <p:sp>
        <p:nvSpPr>
          <p:cNvPr id="6" name="Espace réservé du texte 5">
            <a:extLst>
              <a:ext uri="{FF2B5EF4-FFF2-40B4-BE49-F238E27FC236}">
                <a16:creationId xmlns:a16="http://schemas.microsoft.com/office/drawing/2014/main" id="{3E2EEFA4-47BB-DD5F-0B83-2E98499C88E0}"/>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423287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E8720B-66DF-C235-6F1C-4CB05AC02025}"/>
              </a:ext>
            </a:extLst>
          </p:cNvPr>
          <p:cNvSpPr>
            <a:spLocks noGrp="1"/>
          </p:cNvSpPr>
          <p:nvPr>
            <p:ph type="title"/>
          </p:nvPr>
        </p:nvSpPr>
        <p:spPr/>
        <p:txBody>
          <a:bodyPr/>
          <a:lstStyle/>
          <a:p>
            <a:pPr algn="ctr"/>
            <a:r>
              <a:rPr lang="fr-BE" dirty="0"/>
              <a:t>PDO: généralités</a:t>
            </a:r>
          </a:p>
        </p:txBody>
      </p:sp>
      <p:sp>
        <p:nvSpPr>
          <p:cNvPr id="4" name="Espace réservé du contenu 3">
            <a:extLst>
              <a:ext uri="{FF2B5EF4-FFF2-40B4-BE49-F238E27FC236}">
                <a16:creationId xmlns:a16="http://schemas.microsoft.com/office/drawing/2014/main" id="{F189D855-C12A-77DF-C9AA-81CD83737550}"/>
              </a:ext>
            </a:extLst>
          </p:cNvPr>
          <p:cNvSpPr>
            <a:spLocks noGrp="1"/>
          </p:cNvSpPr>
          <p:nvPr>
            <p:ph sz="half" idx="1"/>
          </p:nvPr>
        </p:nvSpPr>
        <p:spPr/>
        <p:txBody>
          <a:bodyPr>
            <a:normAutofit fontScale="85000" lnSpcReduction="20000"/>
          </a:bodyPr>
          <a:lstStyle/>
          <a:p>
            <a:r>
              <a:rPr lang="fr-BE" dirty="0"/>
              <a:t>PDO (PHP Data </a:t>
            </a:r>
            <a:r>
              <a:rPr lang="fr-BE" dirty="0" err="1"/>
              <a:t>Objects</a:t>
            </a:r>
            <a:r>
              <a:rPr lang="fr-BE" dirty="0"/>
              <a:t>) est une extension native de PHP qui fournit une interface uniforme, orientée objet et indépendante du moteur pour accéder aux bases de données relationnelles (SGBD).</a:t>
            </a:r>
          </a:p>
          <a:p>
            <a:r>
              <a:rPr lang="fr-BE" dirty="0"/>
              <a:t>Exemples de SGBD supportés :</a:t>
            </a:r>
          </a:p>
          <a:p>
            <a:pPr lvl="1"/>
            <a:r>
              <a:rPr lang="fr-BE" dirty="0"/>
              <a:t>MySQL / </a:t>
            </a:r>
            <a:r>
              <a:rPr lang="fr-BE" dirty="0" err="1"/>
              <a:t>MariaDB</a:t>
            </a:r>
            <a:endParaRPr lang="fr-BE" dirty="0"/>
          </a:p>
          <a:p>
            <a:pPr lvl="1"/>
            <a:r>
              <a:rPr lang="fr-BE" dirty="0"/>
              <a:t>PostgreSQL</a:t>
            </a:r>
          </a:p>
          <a:p>
            <a:pPr lvl="1"/>
            <a:r>
              <a:rPr lang="fr-BE" dirty="0"/>
              <a:t>SQLite</a:t>
            </a:r>
          </a:p>
          <a:p>
            <a:pPr lvl="1"/>
            <a:r>
              <a:rPr lang="fr-BE" dirty="0"/>
              <a:t>Oracle</a:t>
            </a:r>
          </a:p>
          <a:p>
            <a:pPr lvl="1"/>
            <a:r>
              <a:rPr lang="fr-BE" dirty="0"/>
              <a:t>Microsoft SQL Server</a:t>
            </a:r>
          </a:p>
          <a:p>
            <a:r>
              <a:rPr lang="fr-BE" dirty="0"/>
              <a:t>Chaque SGBD possède son pilote qui interface PDO et les API natives de la SGBD.</a:t>
            </a:r>
          </a:p>
        </p:txBody>
      </p:sp>
      <p:pic>
        <p:nvPicPr>
          <p:cNvPr id="9" name="Espace réservé du contenu 8" descr="Une image contenant texte, capture d’écran, diagramme, cercle&#10;&#10;Le contenu généré par l’IA peut être incorrect.">
            <a:extLst>
              <a:ext uri="{FF2B5EF4-FFF2-40B4-BE49-F238E27FC236}">
                <a16:creationId xmlns:a16="http://schemas.microsoft.com/office/drawing/2014/main" id="{15D6EFE6-FE6F-AB3C-9FEF-90636FD33C24}"/>
              </a:ext>
            </a:extLst>
          </p:cNvPr>
          <p:cNvPicPr>
            <a:picLocks noGrp="1" noChangeAspect="1"/>
          </p:cNvPicPr>
          <p:nvPr>
            <p:ph sz="half" idx="2"/>
          </p:nvPr>
        </p:nvPicPr>
        <p:blipFill>
          <a:blip r:embed="rId2"/>
          <a:stretch>
            <a:fillRect/>
          </a:stretch>
        </p:blipFill>
        <p:spPr bwMode="auto">
          <a:xfrm>
            <a:off x="6172200" y="2818464"/>
            <a:ext cx="5181600" cy="2365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470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443EA7-4F65-C2EE-7CF1-1DD7558BB66B}"/>
              </a:ext>
            </a:extLst>
          </p:cNvPr>
          <p:cNvSpPr>
            <a:spLocks noGrp="1"/>
          </p:cNvSpPr>
          <p:nvPr>
            <p:ph type="title"/>
          </p:nvPr>
        </p:nvSpPr>
        <p:spPr/>
        <p:txBody>
          <a:bodyPr/>
          <a:lstStyle/>
          <a:p>
            <a:pPr algn="ctr"/>
            <a:r>
              <a:rPr lang="fr-BE" dirty="0"/>
              <a:t>Connexion à la DB</a:t>
            </a:r>
          </a:p>
        </p:txBody>
      </p:sp>
      <p:sp>
        <p:nvSpPr>
          <p:cNvPr id="4" name="Espace réservé du contenu 3">
            <a:extLst>
              <a:ext uri="{FF2B5EF4-FFF2-40B4-BE49-F238E27FC236}">
                <a16:creationId xmlns:a16="http://schemas.microsoft.com/office/drawing/2014/main" id="{2720E989-ECBB-EBC2-EF70-8B279488FABE}"/>
              </a:ext>
            </a:extLst>
          </p:cNvPr>
          <p:cNvSpPr>
            <a:spLocks noGrp="1"/>
          </p:cNvSpPr>
          <p:nvPr>
            <p:ph sz="half" idx="1"/>
          </p:nvPr>
        </p:nvSpPr>
        <p:spPr/>
        <p:txBody>
          <a:bodyPr>
            <a:normAutofit lnSpcReduction="10000"/>
          </a:bodyPr>
          <a:lstStyle/>
          <a:p>
            <a:r>
              <a:rPr lang="fr-BE" dirty="0"/>
              <a:t>La connexion se fait via un DSN (Data Source Name) qui décrit le SGBD et ses paramètres.</a:t>
            </a:r>
          </a:p>
          <a:p>
            <a:r>
              <a:rPr lang="fr-BE" dirty="0"/>
              <a:t>Chaque SGBD possède son propre DSN.</a:t>
            </a:r>
          </a:p>
          <a:p>
            <a:r>
              <a:rPr lang="fr-BE" dirty="0"/>
              <a:t>Bonnes pratiques :</a:t>
            </a:r>
          </a:p>
          <a:p>
            <a:pPr lvl="1"/>
            <a:r>
              <a:rPr lang="fr-BE" dirty="0"/>
              <a:t>Toujours activer `PDO::ERRMODE_EXCEPTION`</a:t>
            </a:r>
          </a:p>
          <a:p>
            <a:pPr lvl="1"/>
            <a:r>
              <a:rPr lang="fr-BE" dirty="0"/>
              <a:t>Spécifier explicitement l’encodage (utf8mb4)</a:t>
            </a:r>
          </a:p>
        </p:txBody>
      </p:sp>
      <p:pic>
        <p:nvPicPr>
          <p:cNvPr id="7" name="Espace réservé du contenu 6" descr="Une image contenant texte, Police, logiciel, Logiciel multimédia&#10;&#10;Le contenu généré par l’IA peut être incorrect.">
            <a:extLst>
              <a:ext uri="{FF2B5EF4-FFF2-40B4-BE49-F238E27FC236}">
                <a16:creationId xmlns:a16="http://schemas.microsoft.com/office/drawing/2014/main" id="{38F45818-ADD0-591F-3A57-539B9EE0056C}"/>
              </a:ext>
            </a:extLst>
          </p:cNvPr>
          <p:cNvPicPr>
            <a:picLocks noGrp="1" noChangeAspect="1"/>
          </p:cNvPicPr>
          <p:nvPr>
            <p:ph sz="half" idx="2"/>
          </p:nvPr>
        </p:nvPicPr>
        <p:blipFill>
          <a:blip r:embed="rId2"/>
          <a:stretch>
            <a:fillRect/>
          </a:stretch>
        </p:blipFill>
        <p:spPr>
          <a:xfrm>
            <a:off x="6172200" y="3058452"/>
            <a:ext cx="5181600" cy="1885683"/>
          </a:xfrm>
          <a:prstGeom prst="rect">
            <a:avLst/>
          </a:prstGeom>
        </p:spPr>
      </p:pic>
    </p:spTree>
    <p:extLst>
      <p:ext uri="{BB962C8B-B14F-4D97-AF65-F5344CB8AC3E}">
        <p14:creationId xmlns:p14="http://schemas.microsoft.com/office/powerpoint/2010/main" val="18089788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B954C-2D05-BAFD-F58F-B9E69F3E75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9A6E78-2C44-EB84-1F3E-A6492FB4CC82}"/>
              </a:ext>
            </a:extLst>
          </p:cNvPr>
          <p:cNvSpPr>
            <a:spLocks noGrp="1"/>
          </p:cNvSpPr>
          <p:nvPr>
            <p:ph type="title"/>
          </p:nvPr>
        </p:nvSpPr>
        <p:spPr/>
        <p:txBody>
          <a:bodyPr/>
          <a:lstStyle/>
          <a:p>
            <a:pPr algn="ctr"/>
            <a:r>
              <a:rPr lang="fr-BE" dirty="0"/>
              <a:t>Requêtes préparées</a:t>
            </a:r>
          </a:p>
        </p:txBody>
      </p:sp>
      <p:sp>
        <p:nvSpPr>
          <p:cNvPr id="3" name="Espace réservé du contenu 2">
            <a:extLst>
              <a:ext uri="{FF2B5EF4-FFF2-40B4-BE49-F238E27FC236}">
                <a16:creationId xmlns:a16="http://schemas.microsoft.com/office/drawing/2014/main" id="{0FCB25E6-82C8-1D18-3A42-62A87462168B}"/>
              </a:ext>
            </a:extLst>
          </p:cNvPr>
          <p:cNvSpPr>
            <a:spLocks noGrp="1"/>
          </p:cNvSpPr>
          <p:nvPr>
            <p:ph sz="half" idx="1"/>
          </p:nvPr>
        </p:nvSpPr>
        <p:spPr/>
        <p:txBody>
          <a:bodyPr/>
          <a:lstStyle/>
          <a:p>
            <a:r>
              <a:rPr lang="fr-BE" dirty="0"/>
              <a:t>Les requêtes préparées permettent de prévenir les injections SQL.</a:t>
            </a:r>
          </a:p>
          <a:p>
            <a:r>
              <a:rPr lang="fr-BE" dirty="0"/>
              <a:t>On prépare une requête que l’on peut exécuter plusieurs fois avec des arguments différents.</a:t>
            </a:r>
          </a:p>
          <a:p>
            <a:r>
              <a:rPr lang="fr-BE" dirty="0"/>
              <a:t>Fonctionne pour les SELECT, INSERT, UPDATE, DELETE.</a:t>
            </a:r>
          </a:p>
        </p:txBody>
      </p:sp>
      <p:pic>
        <p:nvPicPr>
          <p:cNvPr id="6" name="Espace réservé du contenu 5" descr="Une image contenant texte, capture d’écran, Police&#10;&#10;Le contenu généré par l’IA peut être incorrect.">
            <a:extLst>
              <a:ext uri="{FF2B5EF4-FFF2-40B4-BE49-F238E27FC236}">
                <a16:creationId xmlns:a16="http://schemas.microsoft.com/office/drawing/2014/main" id="{7E3E7348-53C8-8A6B-7D4B-DC4EB2B62671}"/>
              </a:ext>
            </a:extLst>
          </p:cNvPr>
          <p:cNvPicPr>
            <a:picLocks noGrp="1" noChangeAspect="1"/>
          </p:cNvPicPr>
          <p:nvPr>
            <p:ph sz="half" idx="2"/>
          </p:nvPr>
        </p:nvPicPr>
        <p:blipFill>
          <a:blip r:embed="rId2"/>
          <a:stretch>
            <a:fillRect/>
          </a:stretch>
        </p:blipFill>
        <p:spPr>
          <a:xfrm>
            <a:off x="6357937" y="2643981"/>
            <a:ext cx="4810125" cy="2714625"/>
          </a:xfrm>
          <a:prstGeom prst="rect">
            <a:avLst/>
          </a:prstGeom>
        </p:spPr>
      </p:pic>
    </p:spTree>
    <p:extLst>
      <p:ext uri="{BB962C8B-B14F-4D97-AF65-F5344CB8AC3E}">
        <p14:creationId xmlns:p14="http://schemas.microsoft.com/office/powerpoint/2010/main" val="10925701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F4057F-6360-6E0A-9556-8B826B7D1F7A}"/>
              </a:ext>
            </a:extLst>
          </p:cNvPr>
          <p:cNvSpPr>
            <a:spLocks noGrp="1"/>
          </p:cNvSpPr>
          <p:nvPr>
            <p:ph type="title"/>
          </p:nvPr>
        </p:nvSpPr>
        <p:spPr/>
        <p:txBody>
          <a:bodyPr/>
          <a:lstStyle/>
          <a:p>
            <a:pPr algn="ctr"/>
            <a:r>
              <a:rPr lang="fr-BE" dirty="0"/>
              <a:t>Récupération des données</a:t>
            </a:r>
          </a:p>
        </p:txBody>
      </p:sp>
      <p:sp>
        <p:nvSpPr>
          <p:cNvPr id="3" name="Espace réservé du contenu 2">
            <a:extLst>
              <a:ext uri="{FF2B5EF4-FFF2-40B4-BE49-F238E27FC236}">
                <a16:creationId xmlns:a16="http://schemas.microsoft.com/office/drawing/2014/main" id="{6EA2FCE2-EDD9-54BF-4EE5-CD57AC86CD23}"/>
              </a:ext>
            </a:extLst>
          </p:cNvPr>
          <p:cNvSpPr>
            <a:spLocks noGrp="1"/>
          </p:cNvSpPr>
          <p:nvPr>
            <p:ph sz="half" idx="1"/>
          </p:nvPr>
        </p:nvSpPr>
        <p:spPr/>
        <p:txBody>
          <a:bodyPr>
            <a:normAutofit fontScale="92500" lnSpcReduction="10000"/>
          </a:bodyPr>
          <a:lstStyle/>
          <a:p>
            <a:r>
              <a:rPr lang="fr-BE" dirty="0"/>
              <a:t>La méthode `</a:t>
            </a:r>
            <a:r>
              <a:rPr lang="fr-BE" dirty="0" err="1"/>
              <a:t>PDOStatement:fetch</a:t>
            </a:r>
            <a:r>
              <a:rPr lang="fr-BE" dirty="0"/>
              <a:t>()` récupère un enregistrement à la fois.</a:t>
            </a:r>
          </a:p>
          <a:p>
            <a:r>
              <a:rPr lang="fr-BE" dirty="0"/>
              <a:t>Pour parcourir tous les enregistrements, on utilise une boucle </a:t>
            </a:r>
            <a:r>
              <a:rPr lang="fr-BE" dirty="0" err="1"/>
              <a:t>while</a:t>
            </a:r>
            <a:r>
              <a:rPr lang="fr-BE" dirty="0"/>
              <a:t>.</a:t>
            </a:r>
          </a:p>
          <a:p>
            <a:r>
              <a:rPr lang="fr-BE" dirty="0"/>
              <a:t>PDO propose plusieurs modes de récupération. Dans ce cours, nous utiliserons un tableau associatif (`PDO::FETCH_ASSOC`).</a:t>
            </a:r>
          </a:p>
          <a:p>
            <a:endParaRPr lang="fr-BE" dirty="0"/>
          </a:p>
        </p:txBody>
      </p:sp>
      <p:pic>
        <p:nvPicPr>
          <p:cNvPr id="6" name="Espace réservé du contenu 5" descr="Une image contenant texte, Police, capture d’écran&#10;&#10;Le contenu généré par l’IA peut être incorrect.">
            <a:extLst>
              <a:ext uri="{FF2B5EF4-FFF2-40B4-BE49-F238E27FC236}">
                <a16:creationId xmlns:a16="http://schemas.microsoft.com/office/drawing/2014/main" id="{4D99BB43-BC24-2441-F693-98DAD1E01F59}"/>
              </a:ext>
            </a:extLst>
          </p:cNvPr>
          <p:cNvPicPr>
            <a:picLocks noGrp="1" noChangeAspect="1"/>
          </p:cNvPicPr>
          <p:nvPr>
            <p:ph sz="half" idx="2"/>
          </p:nvPr>
        </p:nvPicPr>
        <p:blipFill>
          <a:blip r:embed="rId2"/>
          <a:stretch>
            <a:fillRect/>
          </a:stretch>
        </p:blipFill>
        <p:spPr>
          <a:xfrm>
            <a:off x="6172200" y="3436453"/>
            <a:ext cx="5181600" cy="1129682"/>
          </a:xfrm>
          <a:prstGeom prst="rect">
            <a:avLst/>
          </a:prstGeom>
        </p:spPr>
      </p:pic>
    </p:spTree>
    <p:extLst>
      <p:ext uri="{BB962C8B-B14F-4D97-AF65-F5344CB8AC3E}">
        <p14:creationId xmlns:p14="http://schemas.microsoft.com/office/powerpoint/2010/main" val="2922271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E48E7-6F75-EDED-88AC-E8F43A43ADE4}"/>
              </a:ext>
            </a:extLst>
          </p:cNvPr>
          <p:cNvSpPr>
            <a:spLocks noGrp="1"/>
          </p:cNvSpPr>
          <p:nvPr>
            <p:ph type="title"/>
          </p:nvPr>
        </p:nvSpPr>
        <p:spPr/>
        <p:txBody>
          <a:bodyPr/>
          <a:lstStyle/>
          <a:p>
            <a:pPr algn="ctr"/>
            <a:r>
              <a:rPr lang="fr-BE" dirty="0"/>
              <a:t>Exemple complet</a:t>
            </a:r>
          </a:p>
        </p:txBody>
      </p:sp>
      <p:pic>
        <p:nvPicPr>
          <p:cNvPr id="6" name="Espace réservé du contenu 5" descr="Une image contenant texte, capture d’écran, logiciel, Police&#10;&#10;Le contenu généré par l’IA peut être incorrect.">
            <a:extLst>
              <a:ext uri="{FF2B5EF4-FFF2-40B4-BE49-F238E27FC236}">
                <a16:creationId xmlns:a16="http://schemas.microsoft.com/office/drawing/2014/main" id="{97CF61F7-131B-1CC3-F1D5-0AB25D95973E}"/>
              </a:ext>
            </a:extLst>
          </p:cNvPr>
          <p:cNvPicPr>
            <a:picLocks noGrp="1" noChangeAspect="1"/>
          </p:cNvPicPr>
          <p:nvPr>
            <p:ph sz="half" idx="1"/>
          </p:nvPr>
        </p:nvPicPr>
        <p:blipFill>
          <a:blip r:embed="rId3"/>
          <a:stretch>
            <a:fillRect/>
          </a:stretch>
        </p:blipFill>
        <p:spPr>
          <a:xfrm>
            <a:off x="838200" y="1936545"/>
            <a:ext cx="5181600" cy="4129498"/>
          </a:xfrm>
          <a:prstGeom prst="rect">
            <a:avLst/>
          </a:prstGeom>
        </p:spPr>
      </p:pic>
      <p:pic>
        <p:nvPicPr>
          <p:cNvPr id="8" name="Espace réservé du contenu 7" descr="Une image contenant texte, capture d’écran, logiciel&#10;&#10;Le contenu généré par l’IA peut être incorrect.">
            <a:extLst>
              <a:ext uri="{FF2B5EF4-FFF2-40B4-BE49-F238E27FC236}">
                <a16:creationId xmlns:a16="http://schemas.microsoft.com/office/drawing/2014/main" id="{F0D3E4F2-6954-772A-D73D-1DB88C2B799A}"/>
              </a:ext>
            </a:extLst>
          </p:cNvPr>
          <p:cNvPicPr>
            <a:picLocks noGrp="1" noChangeAspect="1"/>
          </p:cNvPicPr>
          <p:nvPr>
            <p:ph sz="half" idx="2"/>
          </p:nvPr>
        </p:nvPicPr>
        <p:blipFill>
          <a:blip r:embed="rId4"/>
          <a:stretch>
            <a:fillRect/>
          </a:stretch>
        </p:blipFill>
        <p:spPr>
          <a:xfrm>
            <a:off x="6172200" y="1850575"/>
            <a:ext cx="5181600" cy="4301437"/>
          </a:xfrm>
          <a:prstGeom prst="rect">
            <a:avLst/>
          </a:prstGeom>
        </p:spPr>
      </p:pic>
      <p:sp>
        <p:nvSpPr>
          <p:cNvPr id="9" name="Bande diagonale 8">
            <a:extLst>
              <a:ext uri="{FF2B5EF4-FFF2-40B4-BE49-F238E27FC236}">
                <a16:creationId xmlns:a16="http://schemas.microsoft.com/office/drawing/2014/main" id="{C6226A61-480E-11CC-0798-0B5BC91760AC}"/>
              </a:ext>
            </a:extLst>
          </p:cNvPr>
          <p:cNvSpPr/>
          <p:nvPr/>
        </p:nvSpPr>
        <p:spPr>
          <a:xfrm rot="5400000">
            <a:off x="10126512" y="169715"/>
            <a:ext cx="2235204" cy="1895771"/>
          </a:xfrm>
          <a:prstGeom prst="diagStrip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400000"/>
              </a:camera>
              <a:lightRig rig="threePt" dir="t"/>
            </a:scene3d>
          </a:bodyPr>
          <a:lstStyle/>
          <a:p>
            <a:pPr algn="ctr"/>
            <a:r>
              <a:rPr lang="fr-BE" sz="2400" dirty="0">
                <a:solidFill>
                  <a:schemeClr val="bg1"/>
                </a:solidFill>
              </a:rPr>
              <a:t>Pour info</a:t>
            </a:r>
          </a:p>
        </p:txBody>
      </p:sp>
    </p:spTree>
    <p:extLst>
      <p:ext uri="{BB962C8B-B14F-4D97-AF65-F5344CB8AC3E}">
        <p14:creationId xmlns:p14="http://schemas.microsoft.com/office/powerpoint/2010/main" val="20217873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950ACAF-9528-91F9-ABAE-8E183F21570C}"/>
              </a:ext>
            </a:extLst>
          </p:cNvPr>
          <p:cNvSpPr>
            <a:spLocks noGrp="1"/>
          </p:cNvSpPr>
          <p:nvPr>
            <p:ph type="title"/>
          </p:nvPr>
        </p:nvSpPr>
        <p:spPr/>
        <p:txBody>
          <a:bodyPr/>
          <a:lstStyle/>
          <a:p>
            <a:r>
              <a:rPr lang="fr-BE" dirty="0"/>
              <a:t>I/O web</a:t>
            </a:r>
          </a:p>
        </p:txBody>
      </p:sp>
      <p:sp>
        <p:nvSpPr>
          <p:cNvPr id="6" name="Espace réservé du texte 5">
            <a:extLst>
              <a:ext uri="{FF2B5EF4-FFF2-40B4-BE49-F238E27FC236}">
                <a16:creationId xmlns:a16="http://schemas.microsoft.com/office/drawing/2014/main" id="{E77957EE-A6F0-C52D-E806-9B1EED6C6E06}"/>
              </a:ext>
            </a:extLst>
          </p:cNvPr>
          <p:cNvSpPr>
            <a:spLocks noGrp="1"/>
          </p:cNvSpPr>
          <p:nvPr>
            <p:ph type="body" idx="1"/>
          </p:nvPr>
        </p:nvSpPr>
        <p:spPr/>
        <p:txBody>
          <a:bodyPr/>
          <a:lstStyle/>
          <a:p>
            <a:endParaRPr lang="fr-BE"/>
          </a:p>
        </p:txBody>
      </p:sp>
    </p:spTree>
    <p:extLst>
      <p:ext uri="{BB962C8B-B14F-4D97-AF65-F5344CB8AC3E}">
        <p14:creationId xmlns:p14="http://schemas.microsoft.com/office/powerpoint/2010/main" val="9558602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42E694-1F31-3C53-75DC-B75601C20CF3}"/>
              </a:ext>
            </a:extLst>
          </p:cNvPr>
          <p:cNvSpPr>
            <a:spLocks noGrp="1"/>
          </p:cNvSpPr>
          <p:nvPr>
            <p:ph type="title"/>
          </p:nvPr>
        </p:nvSpPr>
        <p:spPr/>
        <p:txBody>
          <a:bodyPr/>
          <a:lstStyle/>
          <a:p>
            <a:pPr algn="ctr"/>
            <a:r>
              <a:rPr lang="fr-BE" dirty="0"/>
              <a:t>Validation et assainissement des données entrantes</a:t>
            </a:r>
          </a:p>
        </p:txBody>
      </p:sp>
      <p:sp>
        <p:nvSpPr>
          <p:cNvPr id="4" name="Espace réservé du contenu 3">
            <a:extLst>
              <a:ext uri="{FF2B5EF4-FFF2-40B4-BE49-F238E27FC236}">
                <a16:creationId xmlns:a16="http://schemas.microsoft.com/office/drawing/2014/main" id="{C82D8764-9562-298F-9505-B50FE4D1FA8D}"/>
              </a:ext>
            </a:extLst>
          </p:cNvPr>
          <p:cNvSpPr>
            <a:spLocks noGrp="1"/>
          </p:cNvSpPr>
          <p:nvPr>
            <p:ph sz="half" idx="1"/>
          </p:nvPr>
        </p:nvSpPr>
        <p:spPr/>
        <p:txBody>
          <a:bodyPr>
            <a:normAutofit fontScale="92500" lnSpcReduction="10000"/>
          </a:bodyPr>
          <a:lstStyle/>
          <a:p>
            <a:r>
              <a:rPr lang="fr-BE" dirty="0"/>
              <a:t>Toute entrée dans un programme doit faire l’objet d’une validation et d’un assainissement de sécurité.</a:t>
            </a:r>
          </a:p>
          <a:p>
            <a:r>
              <a:rPr lang="fr-BE" dirty="0"/>
              <a:t>Exemples:</a:t>
            </a:r>
          </a:p>
          <a:p>
            <a:pPr lvl="1"/>
            <a:r>
              <a:rPr lang="fr-BE" dirty="0"/>
              <a:t>Vérifier le format d’un email.</a:t>
            </a:r>
          </a:p>
          <a:p>
            <a:pPr lvl="1"/>
            <a:r>
              <a:rPr lang="fr-BE" dirty="0"/>
              <a:t>Enlever les injections de code.</a:t>
            </a:r>
          </a:p>
          <a:p>
            <a:pPr lvl="1"/>
            <a:r>
              <a:rPr lang="fr-BE" dirty="0"/>
              <a:t>Eviter les nombres dépassant la limite mémoire.</a:t>
            </a:r>
          </a:p>
          <a:p>
            <a:r>
              <a:rPr lang="fr-BE" dirty="0"/>
              <a:t>Ressources:</a:t>
            </a:r>
          </a:p>
          <a:p>
            <a:pPr lvl="1"/>
            <a:r>
              <a:rPr lang="fr-BE" dirty="0">
                <a:hlinkClick r:id="rId3"/>
              </a:rPr>
              <a:t>PHP doc: </a:t>
            </a:r>
            <a:r>
              <a:rPr lang="fr-BE" dirty="0" err="1">
                <a:hlinkClick r:id="rId3"/>
              </a:rPr>
              <a:t>filter_var</a:t>
            </a:r>
            <a:r>
              <a:rPr lang="fr-BE" dirty="0">
                <a:hlinkClick r:id="rId3"/>
              </a:rPr>
              <a:t>()</a:t>
            </a:r>
            <a:endParaRPr lang="fr-BE" dirty="0"/>
          </a:p>
          <a:p>
            <a:pPr lvl="1"/>
            <a:r>
              <a:rPr lang="fr-BE" dirty="0">
                <a:hlinkClick r:id="rId4"/>
              </a:rPr>
              <a:t>PHP doc: filtres de validation</a:t>
            </a:r>
            <a:endParaRPr lang="fr-BE" dirty="0"/>
          </a:p>
        </p:txBody>
      </p:sp>
      <p:pic>
        <p:nvPicPr>
          <p:cNvPr id="7" name="Espace réservé du contenu 6" descr="Une image contenant texte, capture d’écran, Police&#10;&#10;Le contenu généré par l’IA peut être incorrect.">
            <a:extLst>
              <a:ext uri="{FF2B5EF4-FFF2-40B4-BE49-F238E27FC236}">
                <a16:creationId xmlns:a16="http://schemas.microsoft.com/office/drawing/2014/main" id="{A3717D3D-B10B-297B-8CAA-AB1CF2C20933}"/>
              </a:ext>
            </a:extLst>
          </p:cNvPr>
          <p:cNvPicPr>
            <a:picLocks noGrp="1" noChangeAspect="1"/>
          </p:cNvPicPr>
          <p:nvPr>
            <p:ph sz="half" idx="2"/>
          </p:nvPr>
        </p:nvPicPr>
        <p:blipFill>
          <a:blip r:embed="rId5"/>
          <a:stretch>
            <a:fillRect/>
          </a:stretch>
        </p:blipFill>
        <p:spPr>
          <a:xfrm>
            <a:off x="6172200" y="3115976"/>
            <a:ext cx="5181600" cy="1770635"/>
          </a:xfrm>
          <a:prstGeom prst="rect">
            <a:avLst/>
          </a:prstGeom>
        </p:spPr>
      </p:pic>
    </p:spTree>
    <p:extLst>
      <p:ext uri="{BB962C8B-B14F-4D97-AF65-F5344CB8AC3E}">
        <p14:creationId xmlns:p14="http://schemas.microsoft.com/office/powerpoint/2010/main" val="2815310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F37F29-DC90-E5DE-F7C1-A4571C95988F}"/>
              </a:ext>
            </a:extLst>
          </p:cNvPr>
          <p:cNvSpPr>
            <a:spLocks noGrp="1"/>
          </p:cNvSpPr>
          <p:nvPr>
            <p:ph type="title"/>
          </p:nvPr>
        </p:nvSpPr>
        <p:spPr/>
        <p:txBody>
          <a:bodyPr/>
          <a:lstStyle/>
          <a:p>
            <a:pPr algn="ctr"/>
            <a:r>
              <a:rPr lang="fr-BE" dirty="0"/>
              <a:t>Gestion des JSON</a:t>
            </a:r>
          </a:p>
        </p:txBody>
      </p:sp>
      <p:sp>
        <p:nvSpPr>
          <p:cNvPr id="4" name="Espace réservé du contenu 3">
            <a:extLst>
              <a:ext uri="{FF2B5EF4-FFF2-40B4-BE49-F238E27FC236}">
                <a16:creationId xmlns:a16="http://schemas.microsoft.com/office/drawing/2014/main" id="{BEA77530-A7C7-290A-1BA8-1C749B2FA309}"/>
              </a:ext>
            </a:extLst>
          </p:cNvPr>
          <p:cNvSpPr>
            <a:spLocks noGrp="1"/>
          </p:cNvSpPr>
          <p:nvPr>
            <p:ph sz="half" idx="1"/>
          </p:nvPr>
        </p:nvSpPr>
        <p:spPr/>
        <p:txBody>
          <a:bodyPr>
            <a:normAutofit fontScale="77500" lnSpcReduction="20000"/>
          </a:bodyPr>
          <a:lstStyle/>
          <a:p>
            <a:r>
              <a:rPr lang="fr-BE" dirty="0"/>
              <a:t>JSON est un format de données léger et lisible, souvent utilisé par les API des webservices pour le transfert de données entre applications.</a:t>
            </a:r>
          </a:p>
          <a:p>
            <a:r>
              <a:rPr lang="fr-BE" dirty="0"/>
              <a:t>La fonction `</a:t>
            </a:r>
            <a:r>
              <a:rPr lang="fr-BE" dirty="0" err="1"/>
              <a:t>json_encode</a:t>
            </a:r>
            <a:r>
              <a:rPr lang="fr-BE" dirty="0"/>
              <a:t>()` prend une variable PHP (par exemple un tableau) et retourne une chaîne JSON.</a:t>
            </a:r>
          </a:p>
          <a:p>
            <a:r>
              <a:rPr lang="fr-BE" dirty="0"/>
              <a:t>La fonction `</a:t>
            </a:r>
            <a:r>
              <a:rPr lang="fr-BE" dirty="0" err="1"/>
              <a:t>json_decode</a:t>
            </a:r>
            <a:r>
              <a:rPr lang="fr-BE" dirty="0"/>
              <a:t>()` transforme une chaîne JSON en variable PHP (par exemple un tableau).</a:t>
            </a:r>
          </a:p>
          <a:p>
            <a:r>
              <a:rPr lang="fr-BE" dirty="0"/>
              <a:t>Bonnes pratiques: </a:t>
            </a:r>
          </a:p>
          <a:p>
            <a:pPr lvl="1"/>
            <a:r>
              <a:rPr lang="fr-BE" dirty="0"/>
              <a:t>Travailler avec des tableaux.</a:t>
            </a:r>
          </a:p>
          <a:p>
            <a:pPr lvl="1"/>
            <a:r>
              <a:rPr lang="fr-BE" dirty="0"/>
              <a:t>Emettre une exception en cas d'erreur (`JSON_THROW_ON_ERROR`) (ou vérifier les erreurs sinon).</a:t>
            </a:r>
          </a:p>
        </p:txBody>
      </p:sp>
      <p:pic>
        <p:nvPicPr>
          <p:cNvPr id="7" name="Espace réservé du contenu 6" descr="Une image contenant texte, capture d’écran, Police, Logiciel multimédia&#10;&#10;Le contenu généré par l’IA peut être incorrect.">
            <a:extLst>
              <a:ext uri="{FF2B5EF4-FFF2-40B4-BE49-F238E27FC236}">
                <a16:creationId xmlns:a16="http://schemas.microsoft.com/office/drawing/2014/main" id="{9C09460A-85EC-C32F-186B-EFFD9CC72293}"/>
              </a:ext>
            </a:extLst>
          </p:cNvPr>
          <p:cNvPicPr>
            <a:picLocks noGrp="1" noChangeAspect="1"/>
          </p:cNvPicPr>
          <p:nvPr>
            <p:ph sz="half" idx="2"/>
          </p:nvPr>
        </p:nvPicPr>
        <p:blipFill>
          <a:blip r:embed="rId3"/>
          <a:stretch>
            <a:fillRect/>
          </a:stretch>
        </p:blipFill>
        <p:spPr>
          <a:xfrm>
            <a:off x="6172200" y="2949487"/>
            <a:ext cx="5181600" cy="2103613"/>
          </a:xfrm>
          <a:prstGeom prst="rect">
            <a:avLst/>
          </a:prstGeom>
        </p:spPr>
      </p:pic>
    </p:spTree>
    <p:extLst>
      <p:ext uri="{BB962C8B-B14F-4D97-AF65-F5344CB8AC3E}">
        <p14:creationId xmlns:p14="http://schemas.microsoft.com/office/powerpoint/2010/main" val="385451756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7538</TotalTime>
  <Words>5849</Words>
  <Application>Microsoft Office PowerPoint</Application>
  <PresentationFormat>Grand écran</PresentationFormat>
  <Paragraphs>897</Paragraphs>
  <Slides>68</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68</vt:i4>
      </vt:variant>
    </vt:vector>
  </HeadingPairs>
  <TitlesOfParts>
    <vt:vector size="72" baseType="lpstr">
      <vt:lpstr>Aptos</vt:lpstr>
      <vt:lpstr>Aptos Display</vt:lpstr>
      <vt:lpstr>Arial</vt:lpstr>
      <vt:lpstr>Thème Office</vt:lpstr>
      <vt:lpstr>PHP</vt:lpstr>
      <vt:lpstr>Historique</vt:lpstr>
      <vt:lpstr>Configuration</vt:lpstr>
      <vt:lpstr>php.ini</vt:lpstr>
      <vt:lpstr>phpinfo()</vt:lpstr>
      <vt:lpstr>Valeurs</vt:lpstr>
      <vt:lpstr>Typage</vt:lpstr>
      <vt:lpstr>Types</vt:lpstr>
      <vt:lpstr>Nombre approché</vt:lpstr>
      <vt:lpstr>Conversion d’un nombre</vt:lpstr>
      <vt:lpstr>Falsy values</vt:lpstr>
      <vt:lpstr>Opérateurs stricts</vt:lpstr>
      <vt:lpstr>Strings</vt:lpstr>
      <vt:lpstr>Variables et constantes</vt:lpstr>
      <vt:lpstr>Existence d’une variable</vt:lpstr>
      <vt:lpstr>Opérateurs ternaire et coalescence null</vt:lpstr>
      <vt:lpstr>Portée des variables (rappel)</vt:lpstr>
      <vt:lpstr>Suppression d’une variable</vt:lpstr>
      <vt:lpstr>Superglobales</vt:lpstr>
      <vt:lpstr>Constantes (rappel)</vt:lpstr>
      <vt:lpstr>Fonctions utilisateurs</vt:lpstr>
      <vt:lpstr>function – valeurs par défaut</vt:lpstr>
      <vt:lpstr>function – déclaration de type</vt:lpstr>
      <vt:lpstr>Fonctions natives</vt:lpstr>
      <vt:lpstr>Manipulation de string</vt:lpstr>
      <vt:lpstr>Exemple avancé de manipulation de string</vt:lpstr>
      <vt:lpstr>Manipulation d’array</vt:lpstr>
      <vt:lpstr>Exemple avancé de manipulation d’array</vt:lpstr>
      <vt:lpstr>Erreurs, exceptions et journaux</vt:lpstr>
      <vt:lpstr>Erreurs en PHP</vt:lpstr>
      <vt:lpstr>Gestion des erreurs</vt:lpstr>
      <vt:lpstr>Exemples de configuration</vt:lpstr>
      <vt:lpstr>Exceptions</vt:lpstr>
      <vt:lpstr>Journalisation des erreurs</vt:lpstr>
      <vt:lpstr>Inclusion de fichiers de code</vt:lpstr>
      <vt:lpstr>include/require </vt:lpstr>
      <vt:lpstr>include_once/require_once </vt:lpstr>
      <vt:lpstr>Répertoires d’inclusion</vt:lpstr>
      <vt:lpstr>Organisation des fichiers (projet web en procédural)</vt:lpstr>
      <vt:lpstr>Dates</vt:lpstr>
      <vt:lpstr>Notion de datetime</vt:lpstr>
      <vt:lpstr>Notion de timestamp</vt:lpstr>
      <vt:lpstr>Exemples de formats de date</vt:lpstr>
      <vt:lpstr>MySQL et les dates</vt:lpstr>
      <vt:lpstr>PHP et les dates</vt:lpstr>
      <vt:lpstr>Manipulations de base</vt:lpstr>
      <vt:lpstr>Caractères de formatage</vt:lpstr>
      <vt:lpstr>Internationalisation des dates</vt:lpstr>
      <vt:lpstr>Les sessions</vt:lpstr>
      <vt:lpstr>Concept technique préalable: Les cookies</vt:lpstr>
      <vt:lpstr>Objectif principal des sessions</vt:lpstr>
      <vt:lpstr>Principe général des sessions</vt:lpstr>
      <vt:lpstr>Sécurité des sessions</vt:lpstr>
      <vt:lpstr>Configuration de base</vt:lpstr>
      <vt:lpstr>Démarrage de la session</vt:lpstr>
      <vt:lpstr>Accès aux données de la session</vt:lpstr>
      <vt:lpstr>Expiration d’une session</vt:lpstr>
      <vt:lpstr>Destruction d’une session</vt:lpstr>
      <vt:lpstr>Application: login/logout</vt:lpstr>
      <vt:lpstr>PDO</vt:lpstr>
      <vt:lpstr>PDO: généralités</vt:lpstr>
      <vt:lpstr>Connexion à la DB</vt:lpstr>
      <vt:lpstr>Requêtes préparées</vt:lpstr>
      <vt:lpstr>Récupération des données</vt:lpstr>
      <vt:lpstr>Exemple complet</vt:lpstr>
      <vt:lpstr>I/O web</vt:lpstr>
      <vt:lpstr>Validation et assainissement des données entrantes</vt:lpstr>
      <vt:lpstr>Gestion des JSON</vt:lpstr>
    </vt:vector>
  </TitlesOfParts>
  <Company>Ephec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LEFEBVRE Raphaël</dc:creator>
  <cp:lastModifiedBy>LEFEBVRE Raphaël</cp:lastModifiedBy>
  <cp:revision>1</cp:revision>
  <dcterms:created xsi:type="dcterms:W3CDTF">2025-12-11T07:57:50Z</dcterms:created>
  <dcterms:modified xsi:type="dcterms:W3CDTF">2026-01-09T11:33:51Z</dcterms:modified>
</cp:coreProperties>
</file>