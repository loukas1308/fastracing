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61" r:id="rId6"/>
    <p:sldId id="260" r:id="rId7"/>
    <p:sldId id="265" r:id="rId8"/>
    <p:sldId id="263" r:id="rId9"/>
    <p:sldId id="266" r:id="rId10"/>
    <p:sldId id="259" r:id="rId11"/>
    <p:sldId id="264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96934-E769-436F-BF18-504CD1587436}" v="34" dt="2026-01-30T10:58:33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FEBVRE Raphaël" userId="46535da4-4c97-4804-a5ec-0c5f78942f8b" providerId="ADAL" clId="{543241E5-EC8A-477B-8FEE-C03A4A64144F}"/>
    <pc:docChg chg="undo custSel addSld delSld modSld sldOrd">
      <pc:chgData name="LEFEBVRE Raphaël" userId="46535da4-4c97-4804-a5ec-0c5f78942f8b" providerId="ADAL" clId="{543241E5-EC8A-477B-8FEE-C03A4A64144F}" dt="2026-02-02T07:35:29.511" v="961" actId="20577"/>
      <pc:docMkLst>
        <pc:docMk/>
      </pc:docMkLst>
      <pc:sldChg chg="modSp mod">
        <pc:chgData name="LEFEBVRE Raphaël" userId="46535da4-4c97-4804-a5ec-0c5f78942f8b" providerId="ADAL" clId="{543241E5-EC8A-477B-8FEE-C03A4A64144F}" dt="2026-01-30T10:42:41.016" v="393" actId="27636"/>
        <pc:sldMkLst>
          <pc:docMk/>
          <pc:sldMk cId="2653294327" sldId="257"/>
        </pc:sldMkLst>
        <pc:spChg chg="mod">
          <ac:chgData name="LEFEBVRE Raphaël" userId="46535da4-4c97-4804-a5ec-0c5f78942f8b" providerId="ADAL" clId="{543241E5-EC8A-477B-8FEE-C03A4A64144F}" dt="2026-01-30T10:42:41.016" v="393" actId="27636"/>
          <ac:spMkLst>
            <pc:docMk/>
            <pc:sldMk cId="2653294327" sldId="257"/>
            <ac:spMk id="4" creationId="{0F8FFC24-A924-07F7-30E6-33F963659F22}"/>
          </ac:spMkLst>
        </pc:spChg>
      </pc:sldChg>
      <pc:sldChg chg="addSp delSp modSp mod modClrScheme chgLayout">
        <pc:chgData name="LEFEBVRE Raphaël" userId="46535da4-4c97-4804-a5ec-0c5f78942f8b" providerId="ADAL" clId="{543241E5-EC8A-477B-8FEE-C03A4A64144F}" dt="2026-01-30T10:54:46.044" v="704"/>
        <pc:sldMkLst>
          <pc:docMk/>
          <pc:sldMk cId="2800996806" sldId="258"/>
        </pc:sldMkLst>
        <pc:spChg chg="mod ord">
          <ac:chgData name="LEFEBVRE Raphaël" userId="46535da4-4c97-4804-a5ec-0c5f78942f8b" providerId="ADAL" clId="{543241E5-EC8A-477B-8FEE-C03A4A64144F}" dt="2026-01-30T10:47:52.901" v="466" actId="700"/>
          <ac:spMkLst>
            <pc:docMk/>
            <pc:sldMk cId="2800996806" sldId="258"/>
            <ac:spMk id="2" creationId="{DB43D481-5764-3167-FF77-A0AE0C37A2AB}"/>
          </ac:spMkLst>
        </pc:spChg>
        <pc:spChg chg="mod ord">
          <ac:chgData name="LEFEBVRE Raphaël" userId="46535da4-4c97-4804-a5ec-0c5f78942f8b" providerId="ADAL" clId="{543241E5-EC8A-477B-8FEE-C03A4A64144F}" dt="2026-01-30T10:53:05.464" v="671" actId="20577"/>
          <ac:spMkLst>
            <pc:docMk/>
            <pc:sldMk cId="2800996806" sldId="258"/>
            <ac:spMk id="3" creationId="{7A84CEA4-A8FB-A874-9837-08A02168B4EC}"/>
          </ac:spMkLst>
        </pc:spChg>
        <pc:spChg chg="add mod ord">
          <ac:chgData name="LEFEBVRE Raphaël" userId="46535da4-4c97-4804-a5ec-0c5f78942f8b" providerId="ADAL" clId="{543241E5-EC8A-477B-8FEE-C03A4A64144F}" dt="2026-01-30T10:48:08.651" v="498" actId="27636"/>
          <ac:spMkLst>
            <pc:docMk/>
            <pc:sldMk cId="2800996806" sldId="258"/>
            <ac:spMk id="4" creationId="{F9660B1E-AA54-CD5D-2A9B-0F292A663F9C}"/>
          </ac:spMkLst>
        </pc:spChg>
        <pc:spChg chg="add mod ord">
          <ac:chgData name="LEFEBVRE Raphaël" userId="46535da4-4c97-4804-a5ec-0c5f78942f8b" providerId="ADAL" clId="{543241E5-EC8A-477B-8FEE-C03A4A64144F}" dt="2026-01-30T10:48:10.574" v="510" actId="20577"/>
          <ac:spMkLst>
            <pc:docMk/>
            <pc:sldMk cId="2800996806" sldId="258"/>
            <ac:spMk id="5" creationId="{308AE88C-5AD1-524C-0E4A-F85E3ED8B688}"/>
          </ac:spMkLst>
        </pc:spChg>
        <pc:spChg chg="add mod ord">
          <ac:chgData name="LEFEBVRE Raphaël" userId="46535da4-4c97-4804-a5ec-0c5f78942f8b" providerId="ADAL" clId="{543241E5-EC8A-477B-8FEE-C03A4A64144F}" dt="2026-01-30T10:54:46.044" v="704"/>
          <ac:spMkLst>
            <pc:docMk/>
            <pc:sldMk cId="2800996806" sldId="258"/>
            <ac:spMk id="6" creationId="{6DBE38F9-D5F7-8209-2069-F82480730AD4}"/>
          </ac:spMkLst>
        </pc:spChg>
      </pc:sldChg>
      <pc:sldChg chg="addSp modSp mod ord">
        <pc:chgData name="LEFEBVRE Raphaël" userId="46535da4-4c97-4804-a5ec-0c5f78942f8b" providerId="ADAL" clId="{543241E5-EC8A-477B-8FEE-C03A4A64144F}" dt="2026-02-02T07:35:29.511" v="961" actId="20577"/>
        <pc:sldMkLst>
          <pc:docMk/>
          <pc:sldMk cId="2487373146" sldId="259"/>
        </pc:sldMkLst>
        <pc:spChg chg="mod">
          <ac:chgData name="LEFEBVRE Raphaël" userId="46535da4-4c97-4804-a5ec-0c5f78942f8b" providerId="ADAL" clId="{543241E5-EC8A-477B-8FEE-C03A4A64144F}" dt="2026-02-02T07:35:29.511" v="961" actId="20577"/>
          <ac:spMkLst>
            <pc:docMk/>
            <pc:sldMk cId="2487373146" sldId="259"/>
            <ac:spMk id="2" creationId="{27A19B87-1C06-DD4C-2B3C-C9083E446ED0}"/>
          </ac:spMkLst>
        </pc:spChg>
        <pc:spChg chg="mod">
          <ac:chgData name="LEFEBVRE Raphaël" userId="46535da4-4c97-4804-a5ec-0c5f78942f8b" providerId="ADAL" clId="{543241E5-EC8A-477B-8FEE-C03A4A64144F}" dt="2026-01-30T10:20:41.703" v="6" actId="27636"/>
          <ac:spMkLst>
            <pc:docMk/>
            <pc:sldMk cId="2487373146" sldId="259"/>
            <ac:spMk id="6" creationId="{A6022273-793E-F5D3-1901-57C8A32B0FC0}"/>
          </ac:spMkLst>
        </pc:spChg>
        <pc:spChg chg="mod">
          <ac:chgData name="LEFEBVRE Raphaël" userId="46535da4-4c97-4804-a5ec-0c5f78942f8b" providerId="ADAL" clId="{543241E5-EC8A-477B-8FEE-C03A4A64144F}" dt="2026-01-30T10:19:48.442" v="1" actId="20577"/>
          <ac:spMkLst>
            <pc:docMk/>
            <pc:sldMk cId="2487373146" sldId="259"/>
            <ac:spMk id="7" creationId="{EEA6BA1E-E99D-4412-9036-EB82A094D76A}"/>
          </ac:spMkLst>
        </pc:spChg>
        <pc:spChg chg="mod">
          <ac:chgData name="LEFEBVRE Raphaël" userId="46535da4-4c97-4804-a5ec-0c5f78942f8b" providerId="ADAL" clId="{543241E5-EC8A-477B-8FEE-C03A4A64144F}" dt="2026-01-30T10:20:50.697" v="13" actId="20577"/>
          <ac:spMkLst>
            <pc:docMk/>
            <pc:sldMk cId="2487373146" sldId="259"/>
            <ac:spMk id="8" creationId="{ABE37F37-4874-B60A-60ED-18B66099AAA5}"/>
          </ac:spMkLst>
        </pc:spChg>
        <pc:grpChg chg="add mod">
          <ac:chgData name="LEFEBVRE Raphaël" userId="46535da4-4c97-4804-a5ec-0c5f78942f8b" providerId="ADAL" clId="{543241E5-EC8A-477B-8FEE-C03A4A64144F}" dt="2026-01-30T10:29:27.637" v="391" actId="14100"/>
          <ac:grpSpMkLst>
            <pc:docMk/>
            <pc:sldMk cId="2487373146" sldId="259"/>
            <ac:grpSpMk id="3" creationId="{5B0E22DC-EAC7-186B-A738-B5F7D5D0C4D8}"/>
          </ac:grpSpMkLst>
        </pc:grpChg>
        <pc:grpChg chg="add mod">
          <ac:chgData name="LEFEBVRE Raphaël" userId="46535da4-4c97-4804-a5ec-0c5f78942f8b" providerId="ADAL" clId="{543241E5-EC8A-477B-8FEE-C03A4A64144F}" dt="2026-01-30T10:29:11.776" v="387" actId="14100"/>
          <ac:grpSpMkLst>
            <pc:docMk/>
            <pc:sldMk cId="2487373146" sldId="259"/>
            <ac:grpSpMk id="11" creationId="{AF136B77-2650-59B5-F831-74220DF42F70}"/>
          </ac:grpSpMkLst>
        </pc:grpChg>
        <pc:picChg chg="add mod">
          <ac:chgData name="LEFEBVRE Raphaël" userId="46535da4-4c97-4804-a5ec-0c5f78942f8b" providerId="ADAL" clId="{543241E5-EC8A-477B-8FEE-C03A4A64144F}" dt="2026-01-30T10:28:44.838" v="197"/>
          <ac:picMkLst>
            <pc:docMk/>
            <pc:sldMk cId="2487373146" sldId="259"/>
            <ac:picMk id="4" creationId="{21C67C81-7389-3B9F-E339-AD0D0D42BB58}"/>
          </ac:picMkLst>
        </pc:picChg>
        <pc:picChg chg="add mod">
          <ac:chgData name="LEFEBVRE Raphaël" userId="46535da4-4c97-4804-a5ec-0c5f78942f8b" providerId="ADAL" clId="{543241E5-EC8A-477B-8FEE-C03A4A64144F}" dt="2026-01-30T10:28:44.838" v="197"/>
          <ac:picMkLst>
            <pc:docMk/>
            <pc:sldMk cId="2487373146" sldId="259"/>
            <ac:picMk id="9" creationId="{C4D07416-FDEF-CF19-6223-1201F737619E}"/>
          </ac:picMkLst>
        </pc:picChg>
        <pc:picChg chg="add mod">
          <ac:chgData name="LEFEBVRE Raphaël" userId="46535da4-4c97-4804-a5ec-0c5f78942f8b" providerId="ADAL" clId="{543241E5-EC8A-477B-8FEE-C03A4A64144F}" dt="2026-01-30T10:28:44.838" v="197"/>
          <ac:picMkLst>
            <pc:docMk/>
            <pc:sldMk cId="2487373146" sldId="259"/>
            <ac:picMk id="10" creationId="{5CA9CEA6-EBE4-B9BA-5F93-0FF79BCE4053}"/>
          </ac:picMkLst>
        </pc:picChg>
        <pc:picChg chg="add mod">
          <ac:chgData name="LEFEBVRE Raphaël" userId="46535da4-4c97-4804-a5ec-0c5f78942f8b" providerId="ADAL" clId="{543241E5-EC8A-477B-8FEE-C03A4A64144F}" dt="2026-01-30T10:28:58.495" v="294"/>
          <ac:picMkLst>
            <pc:docMk/>
            <pc:sldMk cId="2487373146" sldId="259"/>
            <ac:picMk id="12" creationId="{E016D0CE-465A-6B6B-2A87-26F681432C7D}"/>
          </ac:picMkLst>
        </pc:picChg>
        <pc:picChg chg="add mod">
          <ac:chgData name="LEFEBVRE Raphaël" userId="46535da4-4c97-4804-a5ec-0c5f78942f8b" providerId="ADAL" clId="{543241E5-EC8A-477B-8FEE-C03A4A64144F}" dt="2026-01-30T10:28:58.495" v="294"/>
          <ac:picMkLst>
            <pc:docMk/>
            <pc:sldMk cId="2487373146" sldId="259"/>
            <ac:picMk id="13" creationId="{BCF7409E-181B-3CAE-5C1B-B000A777506E}"/>
          </ac:picMkLst>
        </pc:picChg>
        <pc:picChg chg="add mod">
          <ac:chgData name="LEFEBVRE Raphaël" userId="46535da4-4c97-4804-a5ec-0c5f78942f8b" providerId="ADAL" clId="{543241E5-EC8A-477B-8FEE-C03A4A64144F}" dt="2026-01-30T10:28:58.495" v="294"/>
          <ac:picMkLst>
            <pc:docMk/>
            <pc:sldMk cId="2487373146" sldId="259"/>
            <ac:picMk id="14" creationId="{C31290BC-1429-BD82-8D27-71B57634BE09}"/>
          </ac:picMkLst>
        </pc:picChg>
        <pc:picChg chg="add mod">
          <ac:chgData name="LEFEBVRE Raphaël" userId="46535da4-4c97-4804-a5ec-0c5f78942f8b" providerId="ADAL" clId="{543241E5-EC8A-477B-8FEE-C03A4A64144F}" dt="2026-01-30T10:28:58.495" v="294"/>
          <ac:picMkLst>
            <pc:docMk/>
            <pc:sldMk cId="2487373146" sldId="259"/>
            <ac:picMk id="15" creationId="{811B3768-6B8A-D7DF-37A7-F10D1072BE24}"/>
          </ac:picMkLst>
        </pc:picChg>
      </pc:sldChg>
      <pc:sldChg chg="modSp mod">
        <pc:chgData name="LEFEBVRE Raphaël" userId="46535da4-4c97-4804-a5ec-0c5f78942f8b" providerId="ADAL" clId="{543241E5-EC8A-477B-8FEE-C03A4A64144F}" dt="2026-01-30T10:25:20.670" v="134" actId="27636"/>
        <pc:sldMkLst>
          <pc:docMk/>
          <pc:sldMk cId="1616633979" sldId="260"/>
        </pc:sldMkLst>
        <pc:spChg chg="mod">
          <ac:chgData name="LEFEBVRE Raphaël" userId="46535da4-4c97-4804-a5ec-0c5f78942f8b" providerId="ADAL" clId="{543241E5-EC8A-477B-8FEE-C03A4A64144F}" dt="2026-01-30T10:25:20.670" v="134" actId="27636"/>
          <ac:spMkLst>
            <pc:docMk/>
            <pc:sldMk cId="1616633979" sldId="260"/>
            <ac:spMk id="7" creationId="{6068E075-B548-12F0-0870-7C9DD41BF4E6}"/>
          </ac:spMkLst>
        </pc:spChg>
      </pc:sldChg>
      <pc:sldChg chg="modSp mod">
        <pc:chgData name="LEFEBVRE Raphaël" userId="46535da4-4c97-4804-a5ec-0c5f78942f8b" providerId="ADAL" clId="{543241E5-EC8A-477B-8FEE-C03A4A64144F}" dt="2026-01-30T11:01:37.511" v="900" actId="313"/>
        <pc:sldMkLst>
          <pc:docMk/>
          <pc:sldMk cId="3200723787" sldId="261"/>
        </pc:sldMkLst>
        <pc:spChg chg="mod">
          <ac:chgData name="LEFEBVRE Raphaël" userId="46535da4-4c97-4804-a5ec-0c5f78942f8b" providerId="ADAL" clId="{543241E5-EC8A-477B-8FEE-C03A4A64144F}" dt="2026-01-30T11:01:37.511" v="900" actId="313"/>
          <ac:spMkLst>
            <pc:docMk/>
            <pc:sldMk cId="3200723787" sldId="261"/>
            <ac:spMk id="3" creationId="{30B35F6B-2E80-5855-8291-CB375A6C8B09}"/>
          </ac:spMkLst>
        </pc:spChg>
      </pc:sldChg>
      <pc:sldChg chg="modSp new mod ord">
        <pc:chgData name="LEFEBVRE Raphaël" userId="46535da4-4c97-4804-a5ec-0c5f78942f8b" providerId="ADAL" clId="{543241E5-EC8A-477B-8FEE-C03A4A64144F}" dt="2026-02-02T07:34:45.088" v="943"/>
        <pc:sldMkLst>
          <pc:docMk/>
          <pc:sldMk cId="2215600676" sldId="264"/>
        </pc:sldMkLst>
        <pc:spChg chg="mod">
          <ac:chgData name="LEFEBVRE Raphaël" userId="46535da4-4c97-4804-a5ec-0c5f78942f8b" providerId="ADAL" clId="{543241E5-EC8A-477B-8FEE-C03A4A64144F}" dt="2026-01-30T10:21:52.151" v="34" actId="122"/>
          <ac:spMkLst>
            <pc:docMk/>
            <pc:sldMk cId="2215600676" sldId="264"/>
            <ac:spMk id="2" creationId="{C65B6D7C-AFC8-CC1D-89AD-E182490CB177}"/>
          </ac:spMkLst>
        </pc:spChg>
        <pc:spChg chg="mod">
          <ac:chgData name="LEFEBVRE Raphaël" userId="46535da4-4c97-4804-a5ec-0c5f78942f8b" providerId="ADAL" clId="{543241E5-EC8A-477B-8FEE-C03A4A64144F}" dt="2026-01-30T10:22:34.746" v="105" actId="20577"/>
          <ac:spMkLst>
            <pc:docMk/>
            <pc:sldMk cId="2215600676" sldId="264"/>
            <ac:spMk id="3" creationId="{F1B30AD1-20E6-8FE0-6C04-EF036B40ADCA}"/>
          </ac:spMkLst>
        </pc:spChg>
        <pc:spChg chg="mod">
          <ac:chgData name="LEFEBVRE Raphaël" userId="46535da4-4c97-4804-a5ec-0c5f78942f8b" providerId="ADAL" clId="{543241E5-EC8A-477B-8FEE-C03A4A64144F}" dt="2026-01-30T10:23:29.589" v="115" actId="27636"/>
          <ac:spMkLst>
            <pc:docMk/>
            <pc:sldMk cId="2215600676" sldId="264"/>
            <ac:spMk id="4" creationId="{C6069AA6-505D-740D-6617-B0B13ADBC7ED}"/>
          </ac:spMkLst>
        </pc:spChg>
        <pc:spChg chg="mod">
          <ac:chgData name="LEFEBVRE Raphaël" userId="46535da4-4c97-4804-a5ec-0c5f78942f8b" providerId="ADAL" clId="{543241E5-EC8A-477B-8FEE-C03A4A64144F}" dt="2026-01-30T10:22:06.008" v="57" actId="20577"/>
          <ac:spMkLst>
            <pc:docMk/>
            <pc:sldMk cId="2215600676" sldId="264"/>
            <ac:spMk id="5" creationId="{DCBD5954-7F71-1CCB-B948-A38E3234BF4F}"/>
          </ac:spMkLst>
        </pc:spChg>
        <pc:spChg chg="mod">
          <ac:chgData name="LEFEBVRE Raphaël" userId="46535da4-4c97-4804-a5ec-0c5f78942f8b" providerId="ADAL" clId="{543241E5-EC8A-477B-8FEE-C03A4A64144F}" dt="2026-01-30T10:23:29.589" v="114" actId="27636"/>
          <ac:spMkLst>
            <pc:docMk/>
            <pc:sldMk cId="2215600676" sldId="264"/>
            <ac:spMk id="6" creationId="{EAF6C8CE-C108-F2A1-89A6-AD65C1B9468B}"/>
          </ac:spMkLst>
        </pc:spChg>
      </pc:sldChg>
      <pc:sldChg chg="addSp delSp modSp new mod modClrScheme chgLayout">
        <pc:chgData name="LEFEBVRE Raphaël" userId="46535da4-4c97-4804-a5ec-0c5f78942f8b" providerId="ADAL" clId="{543241E5-EC8A-477B-8FEE-C03A4A64144F}" dt="2026-01-30T10:27:08.745" v="190" actId="27636"/>
        <pc:sldMkLst>
          <pc:docMk/>
          <pc:sldMk cId="786021370" sldId="265"/>
        </pc:sldMkLst>
        <pc:spChg chg="mod ord">
          <ac:chgData name="LEFEBVRE Raphaël" userId="46535da4-4c97-4804-a5ec-0c5f78942f8b" providerId="ADAL" clId="{543241E5-EC8A-477B-8FEE-C03A4A64144F}" dt="2026-01-30T10:26:42.260" v="180" actId="700"/>
          <ac:spMkLst>
            <pc:docMk/>
            <pc:sldMk cId="786021370" sldId="265"/>
            <ac:spMk id="2" creationId="{D0242277-3E02-F033-F780-1ED241FD8417}"/>
          </ac:spMkLst>
        </pc:spChg>
        <pc:spChg chg="add mod ord">
          <ac:chgData name="LEFEBVRE Raphaël" userId="46535da4-4c97-4804-a5ec-0c5f78942f8b" providerId="ADAL" clId="{543241E5-EC8A-477B-8FEE-C03A4A64144F}" dt="2026-01-30T10:27:08.745" v="190" actId="27636"/>
          <ac:spMkLst>
            <pc:docMk/>
            <pc:sldMk cId="786021370" sldId="265"/>
            <ac:spMk id="22" creationId="{FDB738D5-CD62-3868-81C8-AEBD0052B1BA}"/>
          </ac:spMkLst>
        </pc:spChg>
        <pc:picChg chg="add mod ord">
          <ac:chgData name="LEFEBVRE Raphaël" userId="46535da4-4c97-4804-a5ec-0c5f78942f8b" providerId="ADAL" clId="{543241E5-EC8A-477B-8FEE-C03A4A64144F}" dt="2026-01-30T10:26:42.260" v="180" actId="700"/>
          <ac:picMkLst>
            <pc:docMk/>
            <pc:sldMk cId="786021370" sldId="265"/>
            <ac:picMk id="1026" creationId="{152DE5E9-B2A9-29F9-3513-E6BE69F3A2C5}"/>
          </ac:picMkLst>
        </pc:picChg>
      </pc:sldChg>
      <pc:sldChg chg="addSp delSp modSp new mod">
        <pc:chgData name="LEFEBVRE Raphaël" userId="46535da4-4c97-4804-a5ec-0c5f78942f8b" providerId="ADAL" clId="{543241E5-EC8A-477B-8FEE-C03A4A64144F}" dt="2026-01-30T11:02:52.663" v="937" actId="20577"/>
        <pc:sldMkLst>
          <pc:docMk/>
          <pc:sldMk cId="3756783833" sldId="266"/>
        </pc:sldMkLst>
        <pc:spChg chg="mod">
          <ac:chgData name="LEFEBVRE Raphaël" userId="46535da4-4c97-4804-a5ec-0c5f78942f8b" providerId="ADAL" clId="{543241E5-EC8A-477B-8FEE-C03A4A64144F}" dt="2026-01-30T11:02:52.663" v="937" actId="20577"/>
          <ac:spMkLst>
            <pc:docMk/>
            <pc:sldMk cId="3756783833" sldId="266"/>
            <ac:spMk id="2" creationId="{6D3A7188-1CEE-E3B3-2BFD-B0DF4C21F17C}"/>
          </ac:spMkLst>
        </pc:spChg>
        <pc:picChg chg="add mod">
          <ac:chgData name="LEFEBVRE Raphaël" userId="46535da4-4c97-4804-a5ec-0c5f78942f8b" providerId="ADAL" clId="{543241E5-EC8A-477B-8FEE-C03A4A64144F}" dt="2026-01-30T10:27:57.339" v="195" actId="1076"/>
          <ac:picMkLst>
            <pc:docMk/>
            <pc:sldMk cId="3756783833" sldId="266"/>
            <ac:picMk id="2050" creationId="{DA3F79F9-61EB-3CAF-2347-6D78C2F3D85E}"/>
          </ac:picMkLst>
        </pc:picChg>
        <pc:picChg chg="add mod">
          <ac:chgData name="LEFEBVRE Raphaël" userId="46535da4-4c97-4804-a5ec-0c5f78942f8b" providerId="ADAL" clId="{543241E5-EC8A-477B-8FEE-C03A4A64144F}" dt="2026-01-30T10:28:07.808" v="196" actId="1076"/>
          <ac:picMkLst>
            <pc:docMk/>
            <pc:sldMk cId="3756783833" sldId="266"/>
            <ac:picMk id="2052" creationId="{C62E855B-04C2-2723-8B1E-E7A3A3D033FA}"/>
          </ac:picMkLst>
        </pc:picChg>
      </pc:sldChg>
      <pc:sldChg chg="modSp add mod">
        <pc:chgData name="LEFEBVRE Raphaël" userId="46535da4-4c97-4804-a5ec-0c5f78942f8b" providerId="ADAL" clId="{543241E5-EC8A-477B-8FEE-C03A4A64144F}" dt="2026-01-30T10:53:27.635" v="675" actId="27636"/>
        <pc:sldMkLst>
          <pc:docMk/>
          <pc:sldMk cId="3961652646" sldId="267"/>
        </pc:sldMkLst>
        <pc:spChg chg="mod">
          <ac:chgData name="LEFEBVRE Raphaël" userId="46535da4-4c97-4804-a5ec-0c5f78942f8b" providerId="ADAL" clId="{543241E5-EC8A-477B-8FEE-C03A4A64144F}" dt="2026-01-30T10:47:35.520" v="460" actId="20577"/>
          <ac:spMkLst>
            <pc:docMk/>
            <pc:sldMk cId="3961652646" sldId="267"/>
            <ac:spMk id="2" creationId="{2B5305C4-0F23-F953-FD15-199778D2A7E0}"/>
          </ac:spMkLst>
        </pc:spChg>
        <pc:spChg chg="mod">
          <ac:chgData name="LEFEBVRE Raphaël" userId="46535da4-4c97-4804-a5ec-0c5f78942f8b" providerId="ADAL" clId="{543241E5-EC8A-477B-8FEE-C03A4A64144F}" dt="2026-01-30T10:53:27.635" v="675" actId="27636"/>
          <ac:spMkLst>
            <pc:docMk/>
            <pc:sldMk cId="3961652646" sldId="267"/>
            <ac:spMk id="3" creationId="{4CC62BFC-2635-9F33-930F-678ABB7E6C1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18432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1000.21368" units="1/cm"/>
          <inkml:channelProperty channel="Y" name="resolution" value="1000.10852" units="1/cm"/>
          <inkml:channelProperty channel="F" name="resolution" value="999.99994" units="1/cm"/>
          <inkml:channelProperty channel="T" name="resolution" value="1" units="1/dev"/>
        </inkml:channelProperties>
      </inkml:inkSource>
      <inkml:timestamp xml:id="ts0" timeString="2025-02-03T08:19:36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17133 15370 255 0,'0'-1'0'0,"-7"11"0"0,1-3 0 16,2 1 0-16,-1 0 0 0,0-2 0 15,1 1 0-15,-3-1 0 0,0 2 0 0,0-2 0 16,0-1 0-16,0 3 0 0,1 1 0 16,2 2 0-16,-1 1 0 0,1-3 0 15,-1 0 0-15,0 2 0 0,1 0 0 16,2 1 0-16,0-2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B5414-77D7-4FF3-AED3-FED3B1B979E7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B913C-DEC5-4E7B-887A-74CB11604D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592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https://www.youtube.com/watch?v=jniLNzLwEqg (5min)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B913C-DEC5-4E7B-887A-74CB11604D2B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65176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https://www.youtube.com/watch?v=kGQ1fNQVbj8 (15min)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B913C-DEC5-4E7B-887A-74CB11604D2B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29387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DD3DC5-125D-7567-D66B-66FF2832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B2E426-E005-1E86-EF6C-E9E10BF9A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3981CA-9699-E390-6483-C1DFD84C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DB5495-30A9-0EC4-36D7-68E282C2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069BE9-32FD-FCA8-FC13-BCF1FF20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5999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0060B9-42EA-8669-851F-207886E3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FAE8EB-5A9F-0406-56F5-463D3004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8C61A0-7F9E-9F14-BFC3-27942830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6946B6-C72C-5C10-BA4E-DA36885C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E92871-EF3B-9DF8-FDB2-DEE0A3D1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35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50B75C-0110-B563-EC8B-F806F96B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7A87DC-F295-B60F-CFC0-ABB9E0988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7F6425-2D31-F695-0258-53DAEDE1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FDD396-4D90-EA56-1638-A46D0031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803D8A-8E67-4AF0-71EE-F341634C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369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45FC2-35F2-D2AF-F172-CFD0C1D7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3F794D-0BBD-3B9B-A60F-7B046A759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BF6729-746A-272D-E407-5909623A7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895E76-0A06-E8ED-9B27-0C163188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F03E0B-CBA2-0C40-99AC-A873DC86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40CC42-F22D-E0AA-CE0A-10CA1236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3735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F347F-629D-D8B5-3F03-E4B4091C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270C0E-34A5-5B70-BABA-1C744255C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99064B-C32A-E22D-62E0-F308E0DD9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194369-659D-474E-D106-40C450BC7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BB8975-D775-CC49-9770-45FEDD5EE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97E6E0-B959-6817-F335-E6195A6F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0D103DD-AE50-CEFD-58EA-65149908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AA3D58-D645-EC23-11B8-3365CFC2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0655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74098-C8CC-5662-0CB4-FB988576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6F8028-74A2-704B-EF00-B7CBA04C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A56C700-EDF9-5D13-C50C-7D8740E0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7EB7C4-8102-99F0-6878-1692E274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84559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1A66AF-703D-64F5-B980-815FC68C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81BDEAB-8CAE-4F42-0AA7-6C3D77AE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461EDA-128D-8BEE-37FB-CA0C7820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585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F168E-BE60-E22B-686E-4E02E644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E2F8E-C951-AA9E-0F12-2CCD9C88E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6ECA4C-82C7-287F-55B1-65D29EDB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DEC22C-8076-F8E2-09F4-32034D7B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FBB73C-3A04-76E1-B8BD-758F968A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498342-40A9-ED5F-1C2A-F82C5F5E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8587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503E2B-AFF1-44B7-608A-92C08139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1F74EF-D3AE-54EB-4765-4603AFBBF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68FA47-A423-8334-8754-AFAF46B1E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5EC9FF-6148-1AB4-4FFF-AD582401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2B7CCD-F6DE-A300-D2BC-46A8FD32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D81915-8D58-4E89-9638-01F8E24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2682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F2FCD-A26D-0ACB-E71A-8B7D3FDD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BA8104-58D9-A307-AE10-D0FC0EA80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75CA4-C95B-56F0-9270-F0F4FECA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7775E6-F776-3462-BAB1-D846D430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BA7E45-0A69-99B8-37D6-247E2898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344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308975-F917-AF6B-59A1-BB8AE8EA4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4E7B5E-3652-CF8F-BF5E-8295DCE9A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E094F1-7040-1DE8-ACA2-8B2EF67E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09B031-DD74-47ED-1048-C7892F0D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F7F9F-F638-906B-6F0A-5C9C0AF3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356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B7B0049-821A-D51B-D56F-995808C4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79A372-59B4-2DB2-F542-0A193458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1F2D9D-1154-8877-A31E-F86779886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5086D-606C-4A80-85E9-AC8EFC214BDF}" type="datetimeFigureOut">
              <a:rPr lang="fr-BE" smtClean="0"/>
              <a:t>02/02/2026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B73C3C-5451-0282-050F-C31FAE85F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635BFF-4068-17EF-0C6D-B086406D5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B20C8-4C45-452E-A260-C7370AFF945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814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jniLNzLwEqg?feature=oembed" TargetMode="Externa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GQ1fNQVbj8?feature=oembed" TargetMode="Externa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42071-FD78-71D3-A055-BB43285E5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ERP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D6FBDD-A629-12DE-51D1-1474478B5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/>
              <a:t>Généralités</a:t>
            </a:r>
          </a:p>
        </p:txBody>
      </p:sp>
    </p:spTree>
    <p:extLst>
      <p:ext uri="{BB962C8B-B14F-4D97-AF65-F5344CB8AC3E}">
        <p14:creationId xmlns:p14="http://schemas.microsoft.com/office/powerpoint/2010/main" val="347489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8A1E7-A6AE-53F9-C294-988351EA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ERP (Enterprise Resource Planning)</a:t>
            </a:r>
            <a:br>
              <a:rPr lang="fr-BE" dirty="0"/>
            </a:br>
            <a:r>
              <a:rPr lang="fr-BE" dirty="0"/>
              <a:t>Quesaco?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8FFC24-A924-07F7-30E6-33F963659F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Un ERP est un outil informatisé du système d'information d’une entreprise. Il gère les données des processus métiers.</a:t>
            </a:r>
          </a:p>
          <a:p>
            <a:r>
              <a:rPr lang="fr-BE" dirty="0"/>
              <a:t>Un système d’information est un ensemble organisé de ressources de gestion de données.</a:t>
            </a:r>
          </a:p>
        </p:txBody>
      </p:sp>
      <p:pic>
        <p:nvPicPr>
          <p:cNvPr id="6" name="Média en ligne 5" title="ERP : comprendre l'essentiel en 5 minutes">
            <a:hlinkClick r:id="" action="ppaction://media"/>
            <a:extLst>
              <a:ext uri="{FF2B5EF4-FFF2-40B4-BE49-F238E27FC236}">
                <a16:creationId xmlns:a16="http://schemas.microsoft.com/office/drawing/2014/main" id="{7349F510-31B5-7507-F953-C242755408A9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172200" y="2536825"/>
            <a:ext cx="5181600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9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3D481-5764-3167-FF77-A0AE0C37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Business </a:t>
            </a:r>
            <a:r>
              <a:rPr lang="fr-BE" dirty="0" err="1"/>
              <a:t>processes</a:t>
            </a:r>
            <a:endParaRPr lang="fr-BE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660B1E-AA54-CD5D-2A9B-0F292A663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BE" dirty="0"/>
              <a:t>Définition</a:t>
            </a:r>
          </a:p>
          <a:p>
            <a:pPr algn="ctr"/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84CEA4-A8FB-A874-9837-08A02168B4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BE" dirty="0"/>
              <a:t>Business </a:t>
            </a:r>
            <a:r>
              <a:rPr lang="fr-BE" dirty="0" err="1"/>
              <a:t>processes</a:t>
            </a:r>
            <a:r>
              <a:rPr lang="fr-BE" dirty="0"/>
              <a:t> = processus métiers = processus opératoires: ensemble d’activités organisées permettant à l'entreprise de produire de la valeur.</a:t>
            </a:r>
          </a:p>
          <a:p>
            <a:r>
              <a:rPr lang="fr-BE" dirty="0"/>
              <a:t>Un business process est une suite ordonnée d’activités :</a:t>
            </a:r>
          </a:p>
          <a:p>
            <a:pPr lvl="1"/>
            <a:r>
              <a:rPr lang="fr-BE" dirty="0"/>
              <a:t>Déclenchée par un événement (interne ou externe).</a:t>
            </a:r>
          </a:p>
          <a:p>
            <a:pPr lvl="1"/>
            <a:r>
              <a:rPr lang="fr-BE" dirty="0"/>
              <a:t>Mobilisant des ressources (humaines, matérielles, informationnelles).</a:t>
            </a:r>
          </a:p>
          <a:p>
            <a:pPr lvl="1"/>
            <a:r>
              <a:rPr lang="fr-BE" dirty="0"/>
              <a:t>Transformant des entrées (inputs) en sorties (outputs),</a:t>
            </a:r>
          </a:p>
          <a:p>
            <a:pPr lvl="1"/>
            <a:r>
              <a:rPr lang="fr-BE" dirty="0"/>
              <a:t>Produisant un résultat mesurable.</a:t>
            </a:r>
          </a:p>
          <a:p>
            <a:pPr lvl="1"/>
            <a:endParaRPr lang="fr-BE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8AE88C-5AD1-524C-0E4A-F85E3ED8B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BE" dirty="0"/>
              <a:t>Exemples</a:t>
            </a:r>
          </a:p>
          <a:p>
            <a:pPr algn="ctr"/>
            <a:r>
              <a:rPr lang="fr-BE" dirty="0"/>
              <a:t>(Pour info)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DBE38F9-D5F7-8209-2069-F82480730A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BE" dirty="0" err="1"/>
              <a:t>Order</a:t>
            </a:r>
            <a:r>
              <a:rPr lang="fr-BE" dirty="0"/>
              <a:t>-to-Cash (O2C) : de la commande client à l’encaissement</a:t>
            </a:r>
          </a:p>
          <a:p>
            <a:pPr lvl="1"/>
            <a:r>
              <a:rPr lang="fr-BE" dirty="0"/>
              <a:t>Flux: Saisie de la commande ➡ Vérification de la disponibilité ➡ Livraison ➡ Facturation ➡ Encaissement</a:t>
            </a:r>
          </a:p>
          <a:p>
            <a:pPr lvl="1"/>
            <a:r>
              <a:rPr lang="fr-BE" dirty="0"/>
              <a:t>Modules impliqués : ventes, logistique, finances</a:t>
            </a:r>
          </a:p>
          <a:p>
            <a:r>
              <a:rPr lang="fr-BE" dirty="0"/>
              <a:t>Procure-to-</a:t>
            </a:r>
            <a:r>
              <a:rPr lang="fr-BE" dirty="0" err="1"/>
              <a:t>Pay</a:t>
            </a:r>
            <a:r>
              <a:rPr lang="fr-BE" dirty="0"/>
              <a:t> (P2P) : de l’achat au paiement fournisseur</a:t>
            </a:r>
          </a:p>
          <a:p>
            <a:pPr lvl="1"/>
            <a:r>
              <a:rPr lang="fr-BE" dirty="0"/>
              <a:t>Flux: Demande d’achat ➡ Commande fournisseur ➡ Réception ➡ Comptabilisation, Paiement</a:t>
            </a:r>
          </a:p>
          <a:p>
            <a:pPr lvl="1"/>
            <a:r>
              <a:rPr lang="fr-BE" dirty="0"/>
              <a:t>Modules impliqués : achats, logistique, finances</a:t>
            </a:r>
          </a:p>
          <a:p>
            <a:r>
              <a:rPr lang="fr-BE" dirty="0"/>
              <a:t>Plan-to-</a:t>
            </a:r>
            <a:r>
              <a:rPr lang="fr-BE" dirty="0" err="1"/>
              <a:t>Produce</a:t>
            </a:r>
            <a:r>
              <a:rPr lang="fr-BE" dirty="0"/>
              <a:t> (MRP) : de la planification à la production</a:t>
            </a:r>
          </a:p>
          <a:p>
            <a:pPr lvl="1"/>
            <a:r>
              <a:rPr lang="fr-BE" dirty="0"/>
              <a:t>Flux: Prévision de la demande ➡ Planification ➡ Ordonnancement ➡ Fabrication</a:t>
            </a:r>
          </a:p>
          <a:p>
            <a:pPr lvl="1"/>
            <a:r>
              <a:rPr lang="fr-BE" dirty="0"/>
              <a:t>Modules impliqués : production, logistique, finances</a:t>
            </a:r>
          </a:p>
          <a:p>
            <a:r>
              <a:rPr lang="fr-BE" dirty="0"/>
              <a:t>Record-to-Report (R2R) : de l’écriture comptable au </a:t>
            </a:r>
            <a:r>
              <a:rPr lang="fr-BE" dirty="0" err="1"/>
              <a:t>reporting</a:t>
            </a:r>
            <a:endParaRPr lang="fr-BE" dirty="0"/>
          </a:p>
          <a:p>
            <a:pPr lvl="1"/>
            <a:r>
              <a:rPr lang="fr-BE" dirty="0"/>
              <a:t>Flux: Collecte des données ➡ Clôtures comptables ➡ Consolidation ➡ </a:t>
            </a:r>
            <a:r>
              <a:rPr lang="fr-BE" dirty="0" err="1"/>
              <a:t>Reporting</a:t>
            </a:r>
            <a:r>
              <a:rPr lang="fr-BE" dirty="0"/>
              <a:t> financier</a:t>
            </a:r>
          </a:p>
          <a:p>
            <a:pPr lvl="1"/>
            <a:r>
              <a:rPr lang="fr-BE" dirty="0"/>
              <a:t>Modules impliqués : finances</a:t>
            </a:r>
          </a:p>
        </p:txBody>
      </p:sp>
    </p:spTree>
    <p:extLst>
      <p:ext uri="{BB962C8B-B14F-4D97-AF65-F5344CB8AC3E}">
        <p14:creationId xmlns:p14="http://schemas.microsoft.com/office/powerpoint/2010/main" val="280099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5878-DFF0-BA3B-E8F7-D320B431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5305C4-0F23-F953-FD15-199778D2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Flux transversaux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62BFC-2635-9F33-930F-678ABB7E6C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Flux d’informations:</a:t>
            </a:r>
          </a:p>
          <a:p>
            <a:pPr lvl="1"/>
            <a:r>
              <a:rPr lang="fr-BE" dirty="0"/>
              <a:t>Master data</a:t>
            </a:r>
          </a:p>
          <a:p>
            <a:pPr lvl="1"/>
            <a:r>
              <a:rPr lang="fr-BE" dirty="0"/>
              <a:t>Transactions</a:t>
            </a:r>
          </a:p>
          <a:p>
            <a:r>
              <a:rPr lang="fr-BE" dirty="0"/>
              <a:t>Flux physiques:</a:t>
            </a:r>
          </a:p>
          <a:p>
            <a:pPr lvl="1"/>
            <a:r>
              <a:rPr lang="fr-BE" dirty="0"/>
              <a:t>Approvisionnement</a:t>
            </a:r>
          </a:p>
          <a:p>
            <a:pPr lvl="1"/>
            <a:r>
              <a:rPr lang="fr-BE" dirty="0"/>
              <a:t>Production et stockage</a:t>
            </a:r>
          </a:p>
          <a:p>
            <a:pPr lvl="1"/>
            <a:r>
              <a:rPr lang="fr-BE" dirty="0"/>
              <a:t>Distribution</a:t>
            </a:r>
          </a:p>
          <a:p>
            <a:r>
              <a:rPr lang="fr-BE" dirty="0"/>
              <a:t>Flux financiers:</a:t>
            </a:r>
          </a:p>
          <a:p>
            <a:pPr lvl="1"/>
            <a:r>
              <a:rPr lang="fr-BE" dirty="0"/>
              <a:t>Flux transactionnels</a:t>
            </a:r>
          </a:p>
          <a:p>
            <a:pPr lvl="1"/>
            <a:r>
              <a:rPr lang="fr-BE" dirty="0"/>
              <a:t>Frais fixes</a:t>
            </a:r>
          </a:p>
          <a:p>
            <a:pPr lvl="1"/>
            <a:r>
              <a:rPr lang="fr-BE" dirty="0"/>
              <a:t>Investissements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E6509877-087D-D0F0-CA7F-BC45F1863056}"/>
              </a:ext>
            </a:extLst>
          </p:cNvPr>
          <p:cNvGrpSpPr/>
          <p:nvPr/>
        </p:nvGrpSpPr>
        <p:grpSpPr>
          <a:xfrm>
            <a:off x="6172200" y="2104882"/>
            <a:ext cx="5181600" cy="3792824"/>
            <a:chOff x="2102176" y="3284984"/>
            <a:chExt cx="4579604" cy="300043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A8C29660-FEED-1249-F923-9B922B36DF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16" t="8246" r="6154" b="8738"/>
            <a:stretch/>
          </p:blipFill>
          <p:spPr>
            <a:xfrm>
              <a:off x="2102176" y="3284984"/>
              <a:ext cx="4579604" cy="300043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DFF4B9-199B-783F-4A62-FC59FEE5DE9E}"/>
                </a:ext>
              </a:extLst>
            </p:cNvPr>
            <p:cNvSpPr/>
            <p:nvPr/>
          </p:nvSpPr>
          <p:spPr>
            <a:xfrm>
              <a:off x="3851918" y="5085184"/>
              <a:ext cx="1080120" cy="2880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fr-BE" sz="1400" dirty="0"/>
                <a:t>Produire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165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B68375-9C78-7EC2-0514-E098F8EE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Une complexité croissante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B35F6B-2E80-5855-8291-CB375A6C8B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Une entreprise connaît une succession de phases de croissance, chacune l’obligeant à adapter son mode d’organisation.</a:t>
            </a:r>
          </a:p>
          <a:p>
            <a:r>
              <a:rPr lang="fr-BE" dirty="0"/>
              <a:t>Facteurs de complexification organisationnelle:</a:t>
            </a:r>
          </a:p>
          <a:p>
            <a:pPr lvl="1"/>
            <a:r>
              <a:rPr lang="fr-BE" dirty="0"/>
              <a:t>Processus multiples: </a:t>
            </a:r>
          </a:p>
          <a:p>
            <a:pPr lvl="2"/>
            <a:r>
              <a:rPr lang="fr-BE" dirty="0"/>
              <a:t>Achats</a:t>
            </a:r>
          </a:p>
          <a:p>
            <a:pPr lvl="2"/>
            <a:r>
              <a:rPr lang="fr-BE" dirty="0"/>
              <a:t>Production</a:t>
            </a:r>
          </a:p>
          <a:p>
            <a:pPr lvl="2"/>
            <a:r>
              <a:rPr lang="fr-BE" dirty="0"/>
              <a:t>Ventes</a:t>
            </a:r>
          </a:p>
          <a:p>
            <a:pPr lvl="2"/>
            <a:r>
              <a:rPr lang="fr-BE" dirty="0"/>
              <a:t>Livraisons</a:t>
            </a:r>
          </a:p>
          <a:p>
            <a:pPr lvl="1"/>
            <a:r>
              <a:rPr lang="fr-BE" dirty="0"/>
              <a:t>Acteurs multiples:</a:t>
            </a:r>
          </a:p>
          <a:p>
            <a:pPr lvl="2"/>
            <a:r>
              <a:rPr lang="fr-BE" dirty="0"/>
              <a:t>Internes</a:t>
            </a:r>
          </a:p>
          <a:p>
            <a:pPr lvl="2"/>
            <a:r>
              <a:rPr lang="fr-BE" dirty="0"/>
              <a:t>Externes</a:t>
            </a:r>
          </a:p>
          <a:p>
            <a:pPr lvl="1"/>
            <a:r>
              <a:rPr lang="fr-BE" dirty="0"/>
              <a:t>Localisations multiples</a:t>
            </a:r>
          </a:p>
        </p:txBody>
      </p:sp>
      <p:pic>
        <p:nvPicPr>
          <p:cNvPr id="1026" name="Picture 2" descr="Le Blog de SLJ » le modèle de cycle de Larry Greiner">
            <a:extLst>
              <a:ext uri="{FF2B5EF4-FFF2-40B4-BE49-F238E27FC236}">
                <a16:creationId xmlns:a16="http://schemas.microsoft.com/office/drawing/2014/main" id="{338A19CE-D2BF-D1C0-F3B3-B5631DA2621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632488"/>
            <a:ext cx="5181600" cy="273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2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E240F-E769-B12A-6D3F-99DF8B63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Organiser les flux d’informations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068E075-B548-12F0-0870-7C9DD41BF4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Un ERP est un système qui optimise les flux d’information, de matières et de trésorerie au sein d’une entreprise. Par conséquent, l’étude des ERP revient à l’étude du fonctionnement de l’entreprise.</a:t>
            </a:r>
          </a:p>
          <a:p>
            <a:r>
              <a:rPr lang="fr-BE" dirty="0"/>
              <a:t>Avantages:</a:t>
            </a:r>
          </a:p>
          <a:p>
            <a:pPr lvl="1"/>
            <a:r>
              <a:rPr lang="fr-BE" dirty="0"/>
              <a:t>Données (master data et transactions) :</a:t>
            </a:r>
          </a:p>
          <a:p>
            <a:pPr lvl="2"/>
            <a:r>
              <a:rPr lang="fr-BE" dirty="0"/>
              <a:t>Homogénéisées</a:t>
            </a:r>
          </a:p>
          <a:p>
            <a:pPr lvl="2"/>
            <a:r>
              <a:rPr lang="fr-BE" dirty="0"/>
              <a:t>Centralisées</a:t>
            </a:r>
          </a:p>
          <a:p>
            <a:pPr lvl="1"/>
            <a:r>
              <a:rPr lang="fr-BE" dirty="0"/>
              <a:t>Gestion des processus </a:t>
            </a:r>
          </a:p>
          <a:p>
            <a:pPr lvl="2"/>
            <a:r>
              <a:rPr lang="fr-BE" dirty="0"/>
              <a:t>Normalisée/rationalisée/efficiente et (plus ou moins) automatisée</a:t>
            </a:r>
          </a:p>
          <a:p>
            <a:pPr lvl="2"/>
            <a:r>
              <a:rPr lang="fr-BE" dirty="0"/>
              <a:t>Scalable</a:t>
            </a:r>
          </a:p>
          <a:p>
            <a:pPr lvl="1"/>
            <a:r>
              <a:rPr lang="fr-BE" dirty="0"/>
              <a:t>Information/transactions</a:t>
            </a:r>
          </a:p>
          <a:p>
            <a:pPr lvl="2"/>
            <a:r>
              <a:rPr lang="fr-BE" dirty="0"/>
              <a:t>Partagée (visible par tous)</a:t>
            </a:r>
          </a:p>
          <a:p>
            <a:pPr lvl="2"/>
            <a:r>
              <a:rPr lang="fr-BE" dirty="0"/>
              <a:t>Rapide (en temps réel)</a:t>
            </a:r>
          </a:p>
          <a:p>
            <a:pPr lvl="2"/>
            <a:r>
              <a:rPr lang="fr-BE" dirty="0"/>
              <a:t>Exacte (notamment à jour)</a:t>
            </a:r>
          </a:p>
          <a:p>
            <a:pPr lvl="2"/>
            <a:r>
              <a:rPr lang="fr-BE" dirty="0"/>
              <a:t>Consolidée</a:t>
            </a:r>
          </a:p>
        </p:txBody>
      </p:sp>
      <p:pic>
        <p:nvPicPr>
          <p:cNvPr id="2052" name="Picture 4" descr="Logiciel ERP : les questions fréquentes des internautes | CELGE">
            <a:extLst>
              <a:ext uri="{FF2B5EF4-FFF2-40B4-BE49-F238E27FC236}">
                <a16:creationId xmlns:a16="http://schemas.microsoft.com/office/drawing/2014/main" id="{0B1E4E15-16D0-F944-2986-4A71751208A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EBE98A91-2774-29B7-ECA1-B38E62DEA6D9}"/>
                  </a:ext>
                </a:extLst>
              </p14:cNvPr>
              <p14:cNvContentPartPr/>
              <p14:nvPr/>
            </p14:nvContentPartPr>
            <p14:xfrm>
              <a:off x="6130800" y="5532840"/>
              <a:ext cx="37440" cy="626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BE98A91-2774-29B7-ECA1-B38E62DEA6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1440" y="5523480"/>
                <a:ext cx="56160" cy="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663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42277-3E02-F033-F780-1ED241FD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Suite de modules fonctionnels</a:t>
            </a:r>
          </a:p>
        </p:txBody>
      </p:sp>
      <p:sp>
        <p:nvSpPr>
          <p:cNvPr id="22" name="Espace réservé du contenu 21">
            <a:extLst>
              <a:ext uri="{FF2B5EF4-FFF2-40B4-BE49-F238E27FC236}">
                <a16:creationId xmlns:a16="http://schemas.microsoft.com/office/drawing/2014/main" id="{FDB738D5-CD62-3868-81C8-AEBD0052B1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Un module est un composant d’un ERP : il s’agit d’un ensemble de fonctionnalités liées à un domaine métier spécifique.</a:t>
            </a:r>
          </a:p>
          <a:p>
            <a:r>
              <a:rPr lang="fr-BE" dirty="0"/>
              <a:t>Par exemple, le module E-commerce regroupe les fonctionnalités permettant de gérer les ventes en ligne, notamment les catalogues de produits et les paniers d’achat.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2DE5E9-B2A9-29F9-3513-E6BE69F3A2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2712" y="2334419"/>
            <a:ext cx="460057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021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7">
            <a:extLst>
              <a:ext uri="{FF2B5EF4-FFF2-40B4-BE49-F238E27FC236}">
                <a16:creationId xmlns:a16="http://schemas.microsoft.com/office/drawing/2014/main" id="{4EA7CFA9-D899-FE55-B584-A10FB0F3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Schéma d’organisation </a:t>
            </a:r>
            <a:r>
              <a:rPr lang="fr-BE"/>
              <a:t>des processus</a:t>
            </a:r>
            <a:endParaRPr lang="fr-BE" dirty="0"/>
          </a:p>
        </p:txBody>
      </p:sp>
      <p:pic>
        <p:nvPicPr>
          <p:cNvPr id="20" name="Média en ligne 19" title="Conversational ERP – Lesson 1 – What is ERP (15m)">
            <a:hlinkClick r:id="" action="ppaction://media"/>
            <a:extLst>
              <a:ext uri="{FF2B5EF4-FFF2-40B4-BE49-F238E27FC236}">
                <a16:creationId xmlns:a16="http://schemas.microsoft.com/office/drawing/2014/main" id="{FC2F28DA-E3A6-6701-175C-E505148410F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4725" y="1825625"/>
            <a:ext cx="7700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8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3A7188-1CEE-E3B3-2BFD-B0DF4C21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Schéma des flux dans un ERP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3F79F9-61EB-3CAF-2347-6D78C2F3D8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311" y="2143660"/>
            <a:ext cx="7011378" cy="371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62E855B-04C2-2723-8B1E-E7A3A3D03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03" y="5368925"/>
            <a:ext cx="177165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78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19B87-1C06-DD4C-2B3C-C9083E44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/>
              <a:t>Types de données</a:t>
            </a:r>
            <a:endParaRPr lang="fr-BE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1CFAF8-B9A5-5B1A-AFC5-992B9C015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BE" dirty="0"/>
              <a:t>Master data</a:t>
            </a:r>
          </a:p>
          <a:p>
            <a:pPr algn="ctr"/>
            <a:endParaRPr lang="fr-BE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022273-793E-F5D3-1901-57C8A32B0F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Informations de référence</a:t>
            </a:r>
          </a:p>
          <a:p>
            <a:r>
              <a:rPr lang="fr-BE" dirty="0"/>
              <a:t>Généralement stables</a:t>
            </a:r>
          </a:p>
          <a:p>
            <a:r>
              <a:rPr lang="fr-BE" dirty="0"/>
              <a:t>Partagées dans toute l’entreprise</a:t>
            </a:r>
          </a:p>
          <a:p>
            <a:r>
              <a:rPr lang="fr-BE" dirty="0"/>
              <a:t>Exemples:</a:t>
            </a:r>
          </a:p>
          <a:p>
            <a:pPr lvl="1"/>
            <a:r>
              <a:rPr lang="fr-BE" dirty="0"/>
              <a:t>Clients</a:t>
            </a:r>
          </a:p>
          <a:p>
            <a:pPr lvl="1"/>
            <a:r>
              <a:rPr lang="fr-BE" dirty="0"/>
              <a:t>Fournisseurs</a:t>
            </a:r>
          </a:p>
          <a:p>
            <a:pPr lvl="1"/>
            <a:r>
              <a:rPr lang="fr-BE" dirty="0"/>
              <a:t>Produits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EA6BA1E-E99D-4412-9036-EB82A094D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BE" dirty="0"/>
              <a:t>Transactions</a:t>
            </a:r>
          </a:p>
          <a:p>
            <a:pPr algn="ctr"/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ABE37F37-4874-B60A-60ED-18B66099AA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Opérations ponctuelles et uniques. Données horodatées générées par les activités commerciales quotidiennes, telles que les commandes clients et les factures.</a:t>
            </a:r>
          </a:p>
          <a:p>
            <a:r>
              <a:rPr lang="fr-BE" dirty="0"/>
              <a:t>Basées sur les master data</a:t>
            </a:r>
          </a:p>
          <a:p>
            <a:r>
              <a:rPr lang="fr-BE" dirty="0"/>
              <a:t>Potentiellement propres à un domaine business</a:t>
            </a:r>
          </a:p>
          <a:p>
            <a:r>
              <a:rPr lang="fr-BE" dirty="0"/>
              <a:t>Exemples:</a:t>
            </a:r>
          </a:p>
          <a:p>
            <a:pPr lvl="1"/>
            <a:r>
              <a:rPr lang="fr-BE" dirty="0"/>
              <a:t>Achats</a:t>
            </a:r>
          </a:p>
          <a:p>
            <a:pPr lvl="1"/>
            <a:r>
              <a:rPr lang="fr-BE" dirty="0"/>
              <a:t>Commandes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5B0E22DC-EAC7-186B-A738-B5F7D5D0C4D8}"/>
              </a:ext>
            </a:extLst>
          </p:cNvPr>
          <p:cNvGrpSpPr/>
          <p:nvPr/>
        </p:nvGrpSpPr>
        <p:grpSpPr>
          <a:xfrm>
            <a:off x="2209800" y="5049526"/>
            <a:ext cx="2667000" cy="1394541"/>
            <a:chOff x="251520" y="2018665"/>
            <a:chExt cx="1800201" cy="918834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21C67C81-7389-3B9F-E339-AD0D0D42BB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045" t="38481" r="66986" b="54816"/>
            <a:stretch>
              <a:fillRect/>
            </a:stretch>
          </p:blipFill>
          <p:spPr>
            <a:xfrm>
              <a:off x="251520" y="2018665"/>
              <a:ext cx="864097" cy="45941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C4D07416-FDEF-CF19-6223-1201F73761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263" t="25986" r="80768" b="67311"/>
            <a:stretch>
              <a:fillRect/>
            </a:stretch>
          </p:blipFill>
          <p:spPr>
            <a:xfrm>
              <a:off x="1187624" y="2046165"/>
              <a:ext cx="864097" cy="45941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5CA9CEA6-EBE4-B9BA-5F93-0FF79BCE40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2916" t="25341" r="40115" b="67956"/>
            <a:stretch>
              <a:fillRect/>
            </a:stretch>
          </p:blipFill>
          <p:spPr>
            <a:xfrm>
              <a:off x="756793" y="2478082"/>
              <a:ext cx="864097" cy="45941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1" name="Group 22">
            <a:extLst>
              <a:ext uri="{FF2B5EF4-FFF2-40B4-BE49-F238E27FC236}">
                <a16:creationId xmlns:a16="http://schemas.microsoft.com/office/drawing/2014/main" id="{AF136B77-2650-59B5-F831-74220DF42F70}"/>
              </a:ext>
            </a:extLst>
          </p:cNvPr>
          <p:cNvGrpSpPr/>
          <p:nvPr/>
        </p:nvGrpSpPr>
        <p:grpSpPr>
          <a:xfrm>
            <a:off x="9181927" y="4985657"/>
            <a:ext cx="2629073" cy="1481764"/>
            <a:chOff x="261727" y="2462288"/>
            <a:chExt cx="1677210" cy="795765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E016D0CE-465A-6B6B-2A87-26F681432C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3428" t="40072" r="40183" b="54424"/>
            <a:stretch>
              <a:fillRect/>
            </a:stretch>
          </p:blipFill>
          <p:spPr>
            <a:xfrm>
              <a:off x="261727" y="2462288"/>
              <a:ext cx="792089" cy="37731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CF7409E-181B-3CAE-5C1B-B000A77750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785" t="39762" r="80826" b="54734"/>
            <a:stretch>
              <a:fillRect/>
            </a:stretch>
          </p:blipFill>
          <p:spPr>
            <a:xfrm>
              <a:off x="270012" y="2885351"/>
              <a:ext cx="792089" cy="360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C31290BC-1429-BD82-8D27-71B57634BE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046" t="40126" r="60565" b="54370"/>
            <a:stretch>
              <a:fillRect/>
            </a:stretch>
          </p:blipFill>
          <p:spPr>
            <a:xfrm>
              <a:off x="1146848" y="2496588"/>
              <a:ext cx="792089" cy="37731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11B3768-6B8A-D7DF-37A7-F10D1072BE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3421" t="53397" r="40190" b="41744"/>
            <a:stretch>
              <a:fillRect/>
            </a:stretch>
          </p:blipFill>
          <p:spPr>
            <a:xfrm>
              <a:off x="1146847" y="2924944"/>
              <a:ext cx="792089" cy="333109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87373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5B6D7C-AFC8-CC1D-89AD-E182490C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BE" dirty="0"/>
              <a:t>Gestion des données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B30AD1-20E6-8FE0-6C04-EF036B40A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BE" dirty="0"/>
              <a:t>Configuration &amp; </a:t>
            </a:r>
            <a:r>
              <a:rPr lang="fr-BE" dirty="0" err="1"/>
              <a:t>access</a:t>
            </a:r>
            <a:r>
              <a:rPr lang="fr-BE" dirty="0"/>
              <a:t> control</a:t>
            </a:r>
          </a:p>
          <a:p>
            <a:pPr algn="ctr"/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069AA6-505D-740D-6617-B0B13ADBC7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Données de configuration : les paramètres et réglages qui définissent le fonctionnement du système ERP pour une organisation donnée (par exemple, les codes société, les paramètres de l’exercice fiscal).</a:t>
            </a:r>
          </a:p>
          <a:p>
            <a:r>
              <a:rPr lang="fr-BE" dirty="0"/>
              <a:t>Sécurité et contrôle des accès : les règles et autorisations qui gèrent l’accès des utilisateurs aux différentes données et fonctionnalités du système.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BD5954-7F71-1CCB-B948-A38E3234B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BE" dirty="0" err="1"/>
              <a:t>Reporting</a:t>
            </a:r>
            <a:r>
              <a:rPr lang="fr-BE" dirty="0"/>
              <a:t> &amp; </a:t>
            </a:r>
            <a:r>
              <a:rPr lang="fr-BE" dirty="0" err="1"/>
              <a:t>analytics</a:t>
            </a:r>
            <a:endParaRPr lang="fr-BE" dirty="0"/>
          </a:p>
          <a:p>
            <a:pPr algn="ctr"/>
            <a:endParaRPr lang="fr-BE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F6C8CE-C108-F2A1-89A6-AD65C1B9468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Outils utilisés pour extraire, analyser et présenter les données afin de fournir des informations utiles à la prise de décision.</a:t>
            </a:r>
          </a:p>
        </p:txBody>
      </p:sp>
    </p:spTree>
    <p:extLst>
      <p:ext uri="{BB962C8B-B14F-4D97-AF65-F5344CB8AC3E}">
        <p14:creationId xmlns:p14="http://schemas.microsoft.com/office/powerpoint/2010/main" val="22156006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639</Words>
  <Application>Microsoft Office PowerPoint</Application>
  <PresentationFormat>Grand écran</PresentationFormat>
  <Paragraphs>98</Paragraphs>
  <Slides>11</Slides>
  <Notes>2</Notes>
  <HiddenSlides>0</HiddenSlides>
  <MMClips>2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ERP</vt:lpstr>
      <vt:lpstr>ERP (Enterprise Resource Planning) Quesaco?</vt:lpstr>
      <vt:lpstr>Business processes</vt:lpstr>
      <vt:lpstr>Flux transversaux</vt:lpstr>
      <vt:lpstr>Une complexité croissante</vt:lpstr>
      <vt:lpstr>Organiser les flux d’informations</vt:lpstr>
      <vt:lpstr>Suite de modules fonctionnels</vt:lpstr>
      <vt:lpstr>Schéma d’organisation des processus</vt:lpstr>
      <vt:lpstr>Schéma des flux dans un ERP</vt:lpstr>
      <vt:lpstr>Types de données</vt:lpstr>
      <vt:lpstr>Gestion des données</vt:lpstr>
    </vt:vector>
  </TitlesOfParts>
  <Company>Ephec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</dc:title>
  <dc:creator>LEFEBVRE Raphaël</dc:creator>
  <cp:lastModifiedBy>LEFEBVRE Raphaël</cp:lastModifiedBy>
  <cp:revision>1</cp:revision>
  <dcterms:created xsi:type="dcterms:W3CDTF">2024-02-01T14:24:55Z</dcterms:created>
  <dcterms:modified xsi:type="dcterms:W3CDTF">2026-02-02T07:35:31Z</dcterms:modified>
</cp:coreProperties>
</file>